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442405-6AFF-9D4A-B62A-23EA61613CA9}" v="143" dt="2025-12-05T16:24:02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51"/>
    <p:restoredTop sz="94658"/>
  </p:normalViewPr>
  <p:slideViewPr>
    <p:cSldViewPr snapToGrid="0">
      <p:cViewPr>
        <p:scale>
          <a:sx n="94" d="100"/>
          <a:sy n="94" d="100"/>
        </p:scale>
        <p:origin x="984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A31B6-695D-7F84-82DD-497ADBFA0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2EEE2-1CC5-EDD9-6E14-611423759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6E7ED-2478-B0E5-7754-71F328088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1373-B64C-9442-AE13-D03727091822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DD949-0CB7-F6EB-48A9-21E7F63F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4AC75-7576-AD34-BC78-B02AF6159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3F8-847F-FE4F-82E1-F6CDED2B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87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40F2-4B83-9DC9-100E-F047A9A18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61BAA-DD9C-F7D0-A8CE-95AAAA9F4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2F4F3-FFEC-6441-FBD3-15AC8DA1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1373-B64C-9442-AE13-D03727091822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89876-BC11-657B-7E3E-DF62BC713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B286-5B1E-E048-A5E8-1515DE44B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3F8-847F-FE4F-82E1-F6CDED2B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09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26895-14BE-5EBD-DDCC-980C8420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AAB52-2265-7F61-8EA6-1E6BA176D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864FA-7EF8-034D-9443-B4FFDA381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1373-B64C-9442-AE13-D03727091822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3FF40-1F6A-574B-CE36-AB99AA75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A1C0C-67E8-1ADD-46BC-3769F0ED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3F8-847F-FE4F-82E1-F6CDED2B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49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1835-2DCD-7DA3-422F-D9013D909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1B43F-9E58-40D1-AB53-C78761C55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CE978-BC2F-47AE-1531-7DE03F54E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8CDBD-8A52-346C-F43A-6C2F3C477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1373-B64C-9442-AE13-D03727091822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12254-38DA-214E-D404-3423577C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1D90F-3A7D-2CBC-214B-41D9A1044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3F8-847F-FE4F-82E1-F6CDED2B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44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4E0A-D5F6-C57E-AEED-35E736341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78D11-39F3-7E4E-792D-EA8F6C3C7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8DE8C-1AD5-5E1E-CDB9-1721C0EDF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3CF024-AD3D-9B6B-4480-106D466258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B1489-9CB4-B3DB-19AB-1ADDF9D3AE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675689-4B19-1A86-F4E7-76890524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1373-B64C-9442-AE13-D03727091822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EBBB2-3224-1E4E-4056-B9C101361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1B9235-225E-29D4-7300-D96A7575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3F8-847F-FE4F-82E1-F6CDED2B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9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B3A7-A428-EFEB-8149-927A719CD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69B87-EB08-5B86-0841-0CC1BDEB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1373-B64C-9442-AE13-D03727091822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71EDC-1DD1-31A2-C9A3-E645A86A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5C2E15-C632-454C-08A3-4BE4B1427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3F8-847F-FE4F-82E1-F6CDED2B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71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45ED0D-B510-2E39-2726-AF156654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1373-B64C-9442-AE13-D03727091822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CEDEFC-553D-9064-E5B2-7B2B1439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D35A0-63CD-9EAA-2EE7-FDBAD4E0D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3F8-847F-FE4F-82E1-F6CDED2B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66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CF165-D8AC-FD65-7437-97E590D99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D2B4A-0D60-B6CD-7F3D-11A236B37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E6D16-D485-6890-6C13-0392DD6CA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9D9B5-344E-224F-7F37-4A219A3F7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1373-B64C-9442-AE13-D03727091822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9C812-A648-A02B-944E-F49EEECB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8CDC7-FEEA-0575-4469-DD6C5FBAC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3F8-847F-FE4F-82E1-F6CDED2B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4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15F0B-FEC5-9FEC-56EC-7058AAF0B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843D7B-8774-E300-6FF3-2AA19AFF6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5455E-7C06-32E5-2F8B-4F2EE5A40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4C87D-2949-B2CE-A8FC-38D8BE91E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1373-B64C-9442-AE13-D03727091822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112BE-31FD-BCC7-4634-38D1D0AE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C7DD5-4EE8-71F8-7367-D3CB3D59B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3F8-847F-FE4F-82E1-F6CDED2B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1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DE70-EDDD-47A7-EE8E-3ACE1E593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E7C0-390F-C3F4-FB9E-D9D19770C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E29A6-CD78-EC2E-CC91-116E2263B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1373-B64C-9442-AE13-D03727091822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10053-F55D-232F-1739-C5CA3D34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9DD5E-279F-B428-FDD6-18533862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3F8-847F-FE4F-82E1-F6CDED2B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80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068B17-53D8-C247-EE5E-F960F5D3E6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68911-B16A-6A3C-8450-3DD31C95F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41060-FD3A-9BF4-AB61-7F95EDC8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1373-B64C-9442-AE13-D03727091822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AC577-C303-2422-C3DF-ADD85882E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F032C-BDFA-E893-24D7-9669B444C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E3F8-847F-FE4F-82E1-F6CDED2B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45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F9DAF7-18AC-6468-6F39-1E7F1C93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C70BA-025F-D1B5-4B68-6C6FA4CAA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6A886-80D9-08A3-3A33-0FCFB9AA9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31373-B64C-9442-AE13-D03727091822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26088-A5CC-9806-8269-F3700FCD0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D95D0-9977-A248-65D3-053C82F27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EE3F8-847F-FE4F-82E1-F6CDED2B1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82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7699D9-EF6A-7A19-114F-F2743F13D82D}"/>
              </a:ext>
            </a:extLst>
          </p:cNvPr>
          <p:cNvSpPr>
            <a:spLocks/>
          </p:cNvSpPr>
          <p:nvPr/>
        </p:nvSpPr>
        <p:spPr>
          <a:xfrm>
            <a:off x="1889050" y="0"/>
            <a:ext cx="7655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594139-44D7-E661-8453-730FFD068967}"/>
              </a:ext>
            </a:extLst>
          </p:cNvPr>
          <p:cNvSpPr>
            <a:spLocks/>
          </p:cNvSpPr>
          <p:nvPr/>
        </p:nvSpPr>
        <p:spPr>
          <a:xfrm>
            <a:off x="4547190" y="0"/>
            <a:ext cx="7655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4692EA-A108-1EE6-1E8E-524D0D080E49}"/>
              </a:ext>
            </a:extLst>
          </p:cNvPr>
          <p:cNvSpPr>
            <a:spLocks/>
          </p:cNvSpPr>
          <p:nvPr/>
        </p:nvSpPr>
        <p:spPr>
          <a:xfrm>
            <a:off x="7205330" y="0"/>
            <a:ext cx="7655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886BF8-FE81-2871-569E-4286A37C3225}"/>
              </a:ext>
            </a:extLst>
          </p:cNvPr>
          <p:cNvSpPr>
            <a:spLocks/>
          </p:cNvSpPr>
          <p:nvPr/>
        </p:nvSpPr>
        <p:spPr>
          <a:xfrm>
            <a:off x="9863470" y="0"/>
            <a:ext cx="7655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AF8956-A85D-7F37-D8D3-900C4D7DAC57}"/>
              </a:ext>
            </a:extLst>
          </p:cNvPr>
          <p:cNvSpPr>
            <a:spLocks/>
          </p:cNvSpPr>
          <p:nvPr/>
        </p:nvSpPr>
        <p:spPr>
          <a:xfrm>
            <a:off x="-3545" y="0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4FA278-4825-9410-6E55-64630988C02B}"/>
              </a:ext>
            </a:extLst>
          </p:cNvPr>
          <p:cNvSpPr>
            <a:spLocks/>
          </p:cNvSpPr>
          <p:nvPr/>
        </p:nvSpPr>
        <p:spPr>
          <a:xfrm>
            <a:off x="2654595" y="-1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020854-7713-147D-C579-88775D05AB90}"/>
              </a:ext>
            </a:extLst>
          </p:cNvPr>
          <p:cNvSpPr>
            <a:spLocks/>
          </p:cNvSpPr>
          <p:nvPr/>
        </p:nvSpPr>
        <p:spPr>
          <a:xfrm>
            <a:off x="5312735" y="0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DD83D8-A5F7-5031-815D-F1DE30ADB5B3}"/>
              </a:ext>
            </a:extLst>
          </p:cNvPr>
          <p:cNvSpPr>
            <a:spLocks/>
          </p:cNvSpPr>
          <p:nvPr/>
        </p:nvSpPr>
        <p:spPr>
          <a:xfrm>
            <a:off x="7970875" y="-2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806F18-D5C6-29E8-6D71-4C897FC6E68F}"/>
              </a:ext>
            </a:extLst>
          </p:cNvPr>
          <p:cNvSpPr>
            <a:spLocks/>
          </p:cNvSpPr>
          <p:nvPr/>
        </p:nvSpPr>
        <p:spPr>
          <a:xfrm>
            <a:off x="-3545" y="3035592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13A6D2-6D02-F6B4-991D-4C72DFDFE58B}"/>
              </a:ext>
            </a:extLst>
          </p:cNvPr>
          <p:cNvSpPr>
            <a:spLocks/>
          </p:cNvSpPr>
          <p:nvPr/>
        </p:nvSpPr>
        <p:spPr>
          <a:xfrm>
            <a:off x="2654595" y="3035591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8327B5-A5BA-6D6F-3A0B-55B832788977}"/>
              </a:ext>
            </a:extLst>
          </p:cNvPr>
          <p:cNvSpPr>
            <a:spLocks/>
          </p:cNvSpPr>
          <p:nvPr/>
        </p:nvSpPr>
        <p:spPr>
          <a:xfrm>
            <a:off x="5312735" y="3035592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AC1947-EE6F-8CFB-26B0-3AE3FF4D5598}"/>
              </a:ext>
            </a:extLst>
          </p:cNvPr>
          <p:cNvSpPr>
            <a:spLocks/>
          </p:cNvSpPr>
          <p:nvPr/>
        </p:nvSpPr>
        <p:spPr>
          <a:xfrm>
            <a:off x="7970875" y="3035590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87B5DC-17A2-7488-98CE-3B543BFFA028}"/>
              </a:ext>
            </a:extLst>
          </p:cNvPr>
          <p:cNvSpPr>
            <a:spLocks/>
          </p:cNvSpPr>
          <p:nvPr/>
        </p:nvSpPr>
        <p:spPr>
          <a:xfrm>
            <a:off x="-3545" y="6071183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6A1C29-63D0-D142-E1BD-3081D5C12E0D}"/>
              </a:ext>
            </a:extLst>
          </p:cNvPr>
          <p:cNvSpPr>
            <a:spLocks/>
          </p:cNvSpPr>
          <p:nvPr/>
        </p:nvSpPr>
        <p:spPr>
          <a:xfrm>
            <a:off x="2654595" y="6071182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87B48F-20BA-DC0B-7217-C1897CE36FF9}"/>
              </a:ext>
            </a:extLst>
          </p:cNvPr>
          <p:cNvSpPr>
            <a:spLocks/>
          </p:cNvSpPr>
          <p:nvPr/>
        </p:nvSpPr>
        <p:spPr>
          <a:xfrm>
            <a:off x="5312735" y="6071183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AE68D1-E335-81B7-0282-203A4B0C7B37}"/>
              </a:ext>
            </a:extLst>
          </p:cNvPr>
          <p:cNvSpPr>
            <a:spLocks/>
          </p:cNvSpPr>
          <p:nvPr/>
        </p:nvSpPr>
        <p:spPr>
          <a:xfrm>
            <a:off x="7970875" y="6071181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2BB663-BC7A-9C78-ADD1-9790ED86AECB}"/>
              </a:ext>
            </a:extLst>
          </p:cNvPr>
          <p:cNvSpPr>
            <a:spLocks/>
          </p:cNvSpPr>
          <p:nvPr/>
        </p:nvSpPr>
        <p:spPr>
          <a:xfrm>
            <a:off x="10629015" y="0"/>
            <a:ext cx="156298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1602A7-14B2-4770-2446-D3F213074965}"/>
              </a:ext>
            </a:extLst>
          </p:cNvPr>
          <p:cNvSpPr>
            <a:spLocks/>
          </p:cNvSpPr>
          <p:nvPr/>
        </p:nvSpPr>
        <p:spPr>
          <a:xfrm>
            <a:off x="10629014" y="3035589"/>
            <a:ext cx="156298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FA6CF7-D220-95D4-898D-314F8FE8F36E}"/>
              </a:ext>
            </a:extLst>
          </p:cNvPr>
          <p:cNvSpPr>
            <a:spLocks/>
          </p:cNvSpPr>
          <p:nvPr/>
        </p:nvSpPr>
        <p:spPr>
          <a:xfrm>
            <a:off x="10629013" y="6071178"/>
            <a:ext cx="156298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788511F-17C5-7ACB-F67A-F32F8CEBFDC5}"/>
              </a:ext>
            </a:extLst>
          </p:cNvPr>
          <p:cNvSpPr/>
          <p:nvPr/>
        </p:nvSpPr>
        <p:spPr>
          <a:xfrm>
            <a:off x="2020362" y="7118501"/>
            <a:ext cx="502920" cy="9144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71712A7-84A1-CAB4-AB1A-4CDD58A5CB20}"/>
              </a:ext>
            </a:extLst>
          </p:cNvPr>
          <p:cNvSpPr/>
          <p:nvPr/>
        </p:nvSpPr>
        <p:spPr>
          <a:xfrm>
            <a:off x="1692348" y="590105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468BB66-D653-A68A-612F-ABDE082B7BCB}"/>
              </a:ext>
            </a:extLst>
          </p:cNvPr>
          <p:cNvSpPr/>
          <p:nvPr/>
        </p:nvSpPr>
        <p:spPr>
          <a:xfrm>
            <a:off x="1681716" y="3625696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4B6617C-F2B3-7251-BA9D-67399947015A}"/>
              </a:ext>
            </a:extLst>
          </p:cNvPr>
          <p:cNvSpPr/>
          <p:nvPr/>
        </p:nvSpPr>
        <p:spPr>
          <a:xfrm>
            <a:off x="4352259" y="590105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140CD63-0F62-D924-E78A-A8A22771A2AA}"/>
              </a:ext>
            </a:extLst>
          </p:cNvPr>
          <p:cNvSpPr/>
          <p:nvPr/>
        </p:nvSpPr>
        <p:spPr>
          <a:xfrm>
            <a:off x="4350489" y="3625696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7FC2998-18B7-1B2B-DB34-2D4C4094F418}"/>
              </a:ext>
            </a:extLst>
          </p:cNvPr>
          <p:cNvSpPr/>
          <p:nvPr/>
        </p:nvSpPr>
        <p:spPr>
          <a:xfrm>
            <a:off x="7008628" y="595419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17B88BC-D046-AF1A-A277-9DAFD45797FD}"/>
              </a:ext>
            </a:extLst>
          </p:cNvPr>
          <p:cNvSpPr/>
          <p:nvPr/>
        </p:nvSpPr>
        <p:spPr>
          <a:xfrm>
            <a:off x="6997996" y="3631010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A5F521F-797A-5726-9675-C370AAC67A0F}"/>
              </a:ext>
            </a:extLst>
          </p:cNvPr>
          <p:cNvSpPr/>
          <p:nvPr/>
        </p:nvSpPr>
        <p:spPr>
          <a:xfrm>
            <a:off x="9668539" y="595419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E5575DE-E7E0-AA0D-89B3-AC4C822ACD8C}"/>
              </a:ext>
            </a:extLst>
          </p:cNvPr>
          <p:cNvSpPr/>
          <p:nvPr/>
        </p:nvSpPr>
        <p:spPr>
          <a:xfrm>
            <a:off x="9666769" y="3631010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18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A4750-BBD8-1180-DE08-E9AB5915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FAAF59-08BC-6D1A-BE07-FDD1955C3F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89050" y="0"/>
            <a:ext cx="7655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97C75B-9135-B494-7BE7-B9023BB90C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47190" y="0"/>
            <a:ext cx="7655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ADE5B-405E-934F-EC12-57B753CCAC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5330" y="0"/>
            <a:ext cx="7655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C138D7-22F1-FD2D-89E9-AACE1B169E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63470" y="0"/>
            <a:ext cx="7655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CB4891-FDF6-CF33-0812-E311FF2659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545" y="0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F5E978-C823-8D95-80DA-72A9207132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54595" y="-1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DF1BAD-83C2-F224-8CC5-2A57DFC1E7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12735" y="0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1D5D0D-AC1A-26DF-64AF-43EA178466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0875" y="-2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1D2D09-1AA0-11D9-DB61-EEBE2FFB78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545" y="3035592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B4556F-8C6C-7615-B228-2176A2E27E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54595" y="3035591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79CF10-5596-1CFA-545C-0567A05A6B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12735" y="3035592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855BE3-73AD-C0A9-2F7A-709BCA889D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0875" y="3035590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6CA3F2-FD87-604A-7BF6-D54EC41F61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545" y="6071183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A43FD4-0BB7-3670-F604-A907DB934B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54595" y="6071182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D9FB05-456B-EEF8-38D8-527393999C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12735" y="6071183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234877-B15A-6C1F-6E13-4AA83D70FA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70875" y="6071181"/>
            <a:ext cx="189259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876736-BF39-0E09-B317-6E9D2D14D3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29015" y="0"/>
            <a:ext cx="156298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7E4B34-74F0-F6B8-BB0D-A733A714A4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29014" y="3035589"/>
            <a:ext cx="156298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EDBD58-6447-B955-12B8-AB271D91A5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29013" y="6071178"/>
            <a:ext cx="1562985" cy="7868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068321-F398-7732-3CFF-CDEFB72707DE}"/>
              </a:ext>
            </a:extLst>
          </p:cNvPr>
          <p:cNvSpPr/>
          <p:nvPr/>
        </p:nvSpPr>
        <p:spPr>
          <a:xfrm>
            <a:off x="2018591" y="4019100"/>
            <a:ext cx="502920" cy="9144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46B95B8-7E4F-1A86-1CF7-52118AAE5CB9}"/>
              </a:ext>
            </a:extLst>
          </p:cNvPr>
          <p:cNvSpPr/>
          <p:nvPr/>
        </p:nvSpPr>
        <p:spPr>
          <a:xfrm>
            <a:off x="1681716" y="3625696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7178E61-7674-9C0F-F56A-6D2FA8DF2AF0}"/>
              </a:ext>
            </a:extLst>
          </p:cNvPr>
          <p:cNvSpPr/>
          <p:nvPr/>
        </p:nvSpPr>
        <p:spPr>
          <a:xfrm>
            <a:off x="1692348" y="590105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3BF04F3-0749-B21B-C6B2-D346289CDE18}"/>
              </a:ext>
            </a:extLst>
          </p:cNvPr>
          <p:cNvSpPr/>
          <p:nvPr/>
        </p:nvSpPr>
        <p:spPr>
          <a:xfrm>
            <a:off x="4352259" y="590105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4211108-9518-4AC9-3C90-F0905088A757}"/>
              </a:ext>
            </a:extLst>
          </p:cNvPr>
          <p:cNvSpPr/>
          <p:nvPr/>
        </p:nvSpPr>
        <p:spPr>
          <a:xfrm>
            <a:off x="4350489" y="3625696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D0D716C-88BB-46D5-DD4E-1DBE28F46DA2}"/>
              </a:ext>
            </a:extLst>
          </p:cNvPr>
          <p:cNvSpPr/>
          <p:nvPr/>
        </p:nvSpPr>
        <p:spPr>
          <a:xfrm>
            <a:off x="7008628" y="595419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DFC4C9-37AF-3617-3371-90C083EBAC06}"/>
              </a:ext>
            </a:extLst>
          </p:cNvPr>
          <p:cNvSpPr/>
          <p:nvPr/>
        </p:nvSpPr>
        <p:spPr>
          <a:xfrm>
            <a:off x="6997996" y="3631010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104A32D-4207-3F4A-AF24-FD16040E31A5}"/>
              </a:ext>
            </a:extLst>
          </p:cNvPr>
          <p:cNvSpPr/>
          <p:nvPr/>
        </p:nvSpPr>
        <p:spPr>
          <a:xfrm>
            <a:off x="9668539" y="595419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E26A357-1A7C-3BF0-2E9B-98F031053520}"/>
              </a:ext>
            </a:extLst>
          </p:cNvPr>
          <p:cNvSpPr/>
          <p:nvPr/>
        </p:nvSpPr>
        <p:spPr>
          <a:xfrm>
            <a:off x="9666769" y="3631010"/>
            <a:ext cx="393404" cy="3934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177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mph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78900"/>
                                      </p:to>
                                    </p:animClr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250"/>
                            </p:stCondLst>
                            <p:childTnLst>
                              <p:par>
                                <p:cTn id="15" presetID="1" presetClass="emph" presetSubtype="2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DE00"/>
                                      </p:to>
                                    </p:animClr>
                                    <p:set>
                                      <p:cBhvr>
                                        <p:cTn id="17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0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22222E-6 L 2.08333E-6 -0.44259 " pathEditMode="relative" rAng="0" ptsTypes="AA">
                                      <p:cBhvr>
                                        <p:cTn id="21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0"/>
                            </p:stCondLst>
                            <p:childTnLst>
                              <p:par>
                                <p:cTn id="23" presetID="1" presetClass="emph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78900"/>
                                      </p:to>
                                    </p:animClr>
                                    <p:set>
                                      <p:cBhvr>
                                        <p:cTn id="2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9250"/>
                            </p:stCondLst>
                            <p:childTnLst>
                              <p:par>
                                <p:cTn id="28" presetID="1" presetClass="emph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DE00"/>
                                      </p:to>
                                    </p:animClr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0"/>
                            </p:stCondLst>
                            <p:childTnLst>
                              <p:par>
                                <p:cTn id="33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0.44259 L 0.00182 -0.83935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-19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Mujtaba</dc:creator>
  <cp:lastModifiedBy>Muhammad Mujtaba</cp:lastModifiedBy>
  <cp:revision>1</cp:revision>
  <dcterms:created xsi:type="dcterms:W3CDTF">2025-12-05T15:41:15Z</dcterms:created>
  <dcterms:modified xsi:type="dcterms:W3CDTF">2025-12-05T16:24:03Z</dcterms:modified>
</cp:coreProperties>
</file>