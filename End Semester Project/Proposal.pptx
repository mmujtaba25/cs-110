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D110F-50C7-9B45-94F4-7E2B613DA5D8}" v="391" dt="2025-12-08T19:07:45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1"/>
    <p:restoredTop sz="94658"/>
  </p:normalViewPr>
  <p:slideViewPr>
    <p:cSldViewPr snapToGrid="0">
      <p:cViewPr varScale="1">
        <p:scale>
          <a:sx n="114" d="100"/>
          <a:sy n="114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DBC48-9F7D-45D1-BFAF-C5418FC4006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3B1CD6-6D00-434B-BDF4-C561640F543C}">
      <dgm:prSet/>
      <dgm:spPr/>
      <dgm:t>
        <a:bodyPr/>
        <a:lstStyle/>
        <a:p>
          <a:r>
            <a:rPr lang="en-US" b="0" i="0"/>
            <a:t>Muhammad Salman Ali Malik</a:t>
          </a:r>
          <a:endParaRPr lang="en-US"/>
        </a:p>
      </dgm:t>
    </dgm:pt>
    <dgm:pt modelId="{75AE3C8F-B014-449C-9388-2D1A997A1BC2}" type="parTrans" cxnId="{E71D7944-2B0C-474F-B816-1660C9A3E0D7}">
      <dgm:prSet/>
      <dgm:spPr/>
      <dgm:t>
        <a:bodyPr/>
        <a:lstStyle/>
        <a:p>
          <a:endParaRPr lang="en-US"/>
        </a:p>
      </dgm:t>
    </dgm:pt>
    <dgm:pt modelId="{781BAD5E-5811-4092-903F-40F6679DA781}" type="sibTrans" cxnId="{E71D7944-2B0C-474F-B816-1660C9A3E0D7}">
      <dgm:prSet/>
      <dgm:spPr/>
      <dgm:t>
        <a:bodyPr/>
        <a:lstStyle/>
        <a:p>
          <a:endParaRPr lang="en-US"/>
        </a:p>
      </dgm:t>
    </dgm:pt>
    <dgm:pt modelId="{A018EF13-7B77-43A3-95CF-D53EE52E8492}">
      <dgm:prSet/>
      <dgm:spPr/>
      <dgm:t>
        <a:bodyPr/>
        <a:lstStyle/>
        <a:p>
          <a:r>
            <a:rPr lang="en-US" b="0" i="0"/>
            <a:t>Muhammad Mujtaba</a:t>
          </a:r>
          <a:endParaRPr lang="en-US"/>
        </a:p>
      </dgm:t>
    </dgm:pt>
    <dgm:pt modelId="{251E28A3-4840-4148-AB8A-5E8D86669429}" type="parTrans" cxnId="{2ED2306C-38F7-4341-B249-384E4442EEFD}">
      <dgm:prSet/>
      <dgm:spPr/>
      <dgm:t>
        <a:bodyPr/>
        <a:lstStyle/>
        <a:p>
          <a:endParaRPr lang="en-US"/>
        </a:p>
      </dgm:t>
    </dgm:pt>
    <dgm:pt modelId="{B2654F0B-0618-4178-A83B-CA641F08A65C}" type="sibTrans" cxnId="{2ED2306C-38F7-4341-B249-384E4442EEFD}">
      <dgm:prSet/>
      <dgm:spPr/>
      <dgm:t>
        <a:bodyPr/>
        <a:lstStyle/>
        <a:p>
          <a:endParaRPr lang="en-US"/>
        </a:p>
      </dgm:t>
    </dgm:pt>
    <dgm:pt modelId="{3364BC63-CC1F-3C41-9090-B565D63A1AB5}" type="pres">
      <dgm:prSet presAssocID="{C84DBC48-9F7D-45D1-BFAF-C5418FC4006D}" presName="linear" presStyleCnt="0">
        <dgm:presLayoutVars>
          <dgm:dir/>
          <dgm:animLvl val="lvl"/>
          <dgm:resizeHandles val="exact"/>
        </dgm:presLayoutVars>
      </dgm:prSet>
      <dgm:spPr/>
    </dgm:pt>
    <dgm:pt modelId="{DEF6F525-FAAB-9943-862F-886C6DB36454}" type="pres">
      <dgm:prSet presAssocID="{5E3B1CD6-6D00-434B-BDF4-C561640F543C}" presName="parentLin" presStyleCnt="0"/>
      <dgm:spPr/>
    </dgm:pt>
    <dgm:pt modelId="{9B95A60B-06AE-AC45-9215-C827F711511F}" type="pres">
      <dgm:prSet presAssocID="{5E3B1CD6-6D00-434B-BDF4-C561640F543C}" presName="parentLeftMargin" presStyleLbl="node1" presStyleIdx="0" presStyleCnt="2"/>
      <dgm:spPr/>
    </dgm:pt>
    <dgm:pt modelId="{DDB28BA0-FFE3-5446-A78D-294E1D22F740}" type="pres">
      <dgm:prSet presAssocID="{5E3B1CD6-6D00-434B-BDF4-C561640F54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5F6ECFB-1300-0C44-9A46-2DA5C19E5481}" type="pres">
      <dgm:prSet presAssocID="{5E3B1CD6-6D00-434B-BDF4-C561640F543C}" presName="negativeSpace" presStyleCnt="0"/>
      <dgm:spPr/>
    </dgm:pt>
    <dgm:pt modelId="{CA0CB8A2-CE03-4F4E-9905-A04A8F97EDA9}" type="pres">
      <dgm:prSet presAssocID="{5E3B1CD6-6D00-434B-BDF4-C561640F543C}" presName="childText" presStyleLbl="conFgAcc1" presStyleIdx="0" presStyleCnt="2">
        <dgm:presLayoutVars>
          <dgm:bulletEnabled val="1"/>
        </dgm:presLayoutVars>
      </dgm:prSet>
      <dgm:spPr/>
    </dgm:pt>
    <dgm:pt modelId="{E94351E1-5C7D-594A-9821-6B414A4364EF}" type="pres">
      <dgm:prSet presAssocID="{781BAD5E-5811-4092-903F-40F6679DA781}" presName="spaceBetweenRectangles" presStyleCnt="0"/>
      <dgm:spPr/>
    </dgm:pt>
    <dgm:pt modelId="{0305B2B7-30F1-5243-8085-0D48AC7A7FF8}" type="pres">
      <dgm:prSet presAssocID="{A018EF13-7B77-43A3-95CF-D53EE52E8492}" presName="parentLin" presStyleCnt="0"/>
      <dgm:spPr/>
    </dgm:pt>
    <dgm:pt modelId="{170C7005-1D59-4849-B3CC-D5A936528679}" type="pres">
      <dgm:prSet presAssocID="{A018EF13-7B77-43A3-95CF-D53EE52E8492}" presName="parentLeftMargin" presStyleLbl="node1" presStyleIdx="0" presStyleCnt="2"/>
      <dgm:spPr/>
    </dgm:pt>
    <dgm:pt modelId="{121049AC-1A4C-7D43-9504-A0B105E3FDA7}" type="pres">
      <dgm:prSet presAssocID="{A018EF13-7B77-43A3-95CF-D53EE52E849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678DC5-6FFE-6849-92EF-3E7AC5F5133F}" type="pres">
      <dgm:prSet presAssocID="{A018EF13-7B77-43A3-95CF-D53EE52E8492}" presName="negativeSpace" presStyleCnt="0"/>
      <dgm:spPr/>
    </dgm:pt>
    <dgm:pt modelId="{02EA65B1-618F-6E4D-94EC-A94DBE4769C4}" type="pres">
      <dgm:prSet presAssocID="{A018EF13-7B77-43A3-95CF-D53EE52E849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AFD30A-EF8A-7349-94FC-E3C92E5C803D}" type="presOf" srcId="{5E3B1CD6-6D00-434B-BDF4-C561640F543C}" destId="{9B95A60B-06AE-AC45-9215-C827F711511F}" srcOrd="0" destOrd="0" presId="urn:microsoft.com/office/officeart/2005/8/layout/list1"/>
    <dgm:cxn modelId="{E71D7944-2B0C-474F-B816-1660C9A3E0D7}" srcId="{C84DBC48-9F7D-45D1-BFAF-C5418FC4006D}" destId="{5E3B1CD6-6D00-434B-BDF4-C561640F543C}" srcOrd="0" destOrd="0" parTransId="{75AE3C8F-B014-449C-9388-2D1A997A1BC2}" sibTransId="{781BAD5E-5811-4092-903F-40F6679DA781}"/>
    <dgm:cxn modelId="{2ED2306C-38F7-4341-B249-384E4442EEFD}" srcId="{C84DBC48-9F7D-45D1-BFAF-C5418FC4006D}" destId="{A018EF13-7B77-43A3-95CF-D53EE52E8492}" srcOrd="1" destOrd="0" parTransId="{251E28A3-4840-4148-AB8A-5E8D86669429}" sibTransId="{B2654F0B-0618-4178-A83B-CA641F08A65C}"/>
    <dgm:cxn modelId="{84CD3C7F-2FC0-004F-B768-557B3A294836}" type="presOf" srcId="{C84DBC48-9F7D-45D1-BFAF-C5418FC4006D}" destId="{3364BC63-CC1F-3C41-9090-B565D63A1AB5}" srcOrd="0" destOrd="0" presId="urn:microsoft.com/office/officeart/2005/8/layout/list1"/>
    <dgm:cxn modelId="{3F9B95BC-E72B-F84D-9A99-8FE40784CFC5}" type="presOf" srcId="{5E3B1CD6-6D00-434B-BDF4-C561640F543C}" destId="{DDB28BA0-FFE3-5446-A78D-294E1D22F740}" srcOrd="1" destOrd="0" presId="urn:microsoft.com/office/officeart/2005/8/layout/list1"/>
    <dgm:cxn modelId="{6D215ED9-FD36-964B-B18B-DC8F988AD09F}" type="presOf" srcId="{A018EF13-7B77-43A3-95CF-D53EE52E8492}" destId="{170C7005-1D59-4849-B3CC-D5A936528679}" srcOrd="0" destOrd="0" presId="urn:microsoft.com/office/officeart/2005/8/layout/list1"/>
    <dgm:cxn modelId="{2BC467DA-61F0-1F46-9E80-1ADEAAC9E273}" type="presOf" srcId="{A018EF13-7B77-43A3-95CF-D53EE52E8492}" destId="{121049AC-1A4C-7D43-9504-A0B105E3FDA7}" srcOrd="1" destOrd="0" presId="urn:microsoft.com/office/officeart/2005/8/layout/list1"/>
    <dgm:cxn modelId="{C8287CA2-0294-C24D-924C-2866D96963C0}" type="presParOf" srcId="{3364BC63-CC1F-3C41-9090-B565D63A1AB5}" destId="{DEF6F525-FAAB-9943-862F-886C6DB36454}" srcOrd="0" destOrd="0" presId="urn:microsoft.com/office/officeart/2005/8/layout/list1"/>
    <dgm:cxn modelId="{49C5669B-44D1-5E46-8772-00141E2E4BF9}" type="presParOf" srcId="{DEF6F525-FAAB-9943-862F-886C6DB36454}" destId="{9B95A60B-06AE-AC45-9215-C827F711511F}" srcOrd="0" destOrd="0" presId="urn:microsoft.com/office/officeart/2005/8/layout/list1"/>
    <dgm:cxn modelId="{1BACF637-FB7B-E84C-9E7A-9135AB39D174}" type="presParOf" srcId="{DEF6F525-FAAB-9943-862F-886C6DB36454}" destId="{DDB28BA0-FFE3-5446-A78D-294E1D22F740}" srcOrd="1" destOrd="0" presId="urn:microsoft.com/office/officeart/2005/8/layout/list1"/>
    <dgm:cxn modelId="{E3EFAEBD-CDB9-AE4D-8AD0-829C3DC6A360}" type="presParOf" srcId="{3364BC63-CC1F-3C41-9090-B565D63A1AB5}" destId="{85F6ECFB-1300-0C44-9A46-2DA5C19E5481}" srcOrd="1" destOrd="0" presId="urn:microsoft.com/office/officeart/2005/8/layout/list1"/>
    <dgm:cxn modelId="{642EBE0E-9BEF-5F41-AAD7-276E3D32E1D3}" type="presParOf" srcId="{3364BC63-CC1F-3C41-9090-B565D63A1AB5}" destId="{CA0CB8A2-CE03-4F4E-9905-A04A8F97EDA9}" srcOrd="2" destOrd="0" presId="urn:microsoft.com/office/officeart/2005/8/layout/list1"/>
    <dgm:cxn modelId="{C0CBB15F-4A5B-9C4E-BD4F-3BB4EE52FB30}" type="presParOf" srcId="{3364BC63-CC1F-3C41-9090-B565D63A1AB5}" destId="{E94351E1-5C7D-594A-9821-6B414A4364EF}" srcOrd="3" destOrd="0" presId="urn:microsoft.com/office/officeart/2005/8/layout/list1"/>
    <dgm:cxn modelId="{4B2C3C95-CA29-8447-9C24-518B318FBAF3}" type="presParOf" srcId="{3364BC63-CC1F-3C41-9090-B565D63A1AB5}" destId="{0305B2B7-30F1-5243-8085-0D48AC7A7FF8}" srcOrd="4" destOrd="0" presId="urn:microsoft.com/office/officeart/2005/8/layout/list1"/>
    <dgm:cxn modelId="{F68B727C-F55B-624B-B799-83B9F79BBD20}" type="presParOf" srcId="{0305B2B7-30F1-5243-8085-0D48AC7A7FF8}" destId="{170C7005-1D59-4849-B3CC-D5A936528679}" srcOrd="0" destOrd="0" presId="urn:microsoft.com/office/officeart/2005/8/layout/list1"/>
    <dgm:cxn modelId="{ECF4F610-D68F-1040-B6D8-801B5A9058A2}" type="presParOf" srcId="{0305B2B7-30F1-5243-8085-0D48AC7A7FF8}" destId="{121049AC-1A4C-7D43-9504-A0B105E3FDA7}" srcOrd="1" destOrd="0" presId="urn:microsoft.com/office/officeart/2005/8/layout/list1"/>
    <dgm:cxn modelId="{7A5CA755-DAFB-6E4B-8321-B31432877A39}" type="presParOf" srcId="{3364BC63-CC1F-3C41-9090-B565D63A1AB5}" destId="{25678DC5-6FFE-6849-92EF-3E7AC5F5133F}" srcOrd="5" destOrd="0" presId="urn:microsoft.com/office/officeart/2005/8/layout/list1"/>
    <dgm:cxn modelId="{674E5128-D3AE-F54B-AE80-67FDDA464B38}" type="presParOf" srcId="{3364BC63-CC1F-3C41-9090-B565D63A1AB5}" destId="{02EA65B1-618F-6E4D-94EC-A94DBE4769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5592F0-2A3D-49FE-9B0D-5344D7182F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A9F553A-7F35-4AE7-9AD6-2C74E1F45D51}">
      <dgm:prSet/>
      <dgm:spPr/>
      <dgm:t>
        <a:bodyPr/>
        <a:lstStyle/>
        <a:p>
          <a:pPr>
            <a:defRPr b="1"/>
          </a:pPr>
          <a:r>
            <a:rPr lang="en-US" b="0" i="0"/>
            <a:t>Traffic congestion at intersections is a common issue in urban areas.</a:t>
          </a:r>
          <a:endParaRPr lang="en-US"/>
        </a:p>
      </dgm:t>
    </dgm:pt>
    <dgm:pt modelId="{A908B968-EE9B-4E8B-8498-B61148E7625C}" type="parTrans" cxnId="{0FF81716-3D5E-4F31-9CE8-0BC9CC29B871}">
      <dgm:prSet/>
      <dgm:spPr/>
      <dgm:t>
        <a:bodyPr/>
        <a:lstStyle/>
        <a:p>
          <a:endParaRPr lang="en-US"/>
        </a:p>
      </dgm:t>
    </dgm:pt>
    <dgm:pt modelId="{C6CA2DF7-4393-4602-8144-C9F5EFD69A1D}" type="sibTrans" cxnId="{0FF81716-3D5E-4F31-9CE8-0BC9CC29B871}">
      <dgm:prSet/>
      <dgm:spPr/>
      <dgm:t>
        <a:bodyPr/>
        <a:lstStyle/>
        <a:p>
          <a:endParaRPr lang="en-US"/>
        </a:p>
      </dgm:t>
    </dgm:pt>
    <dgm:pt modelId="{C92FC93B-B642-46F6-8D12-BE9EC16CE4EE}">
      <dgm:prSet/>
      <dgm:spPr/>
      <dgm:t>
        <a:bodyPr/>
        <a:lstStyle/>
        <a:p>
          <a:pPr>
            <a:defRPr b="1"/>
          </a:pPr>
          <a:r>
            <a:rPr lang="en-US" b="0" i="0"/>
            <a:t>Fixed-timed traffic lights often fail to efficiently handle varying traffic volumes.</a:t>
          </a:r>
          <a:endParaRPr lang="en-US"/>
        </a:p>
      </dgm:t>
    </dgm:pt>
    <dgm:pt modelId="{BC24ABF1-C595-4CEA-B7BC-F79EC5D5875D}" type="parTrans" cxnId="{10F28C5C-DA53-4058-8FD6-9D576E428E70}">
      <dgm:prSet/>
      <dgm:spPr/>
      <dgm:t>
        <a:bodyPr/>
        <a:lstStyle/>
        <a:p>
          <a:endParaRPr lang="en-US"/>
        </a:p>
      </dgm:t>
    </dgm:pt>
    <dgm:pt modelId="{325320DE-61FD-4D27-AEF3-02C4DCD80777}" type="sibTrans" cxnId="{10F28C5C-DA53-4058-8FD6-9D576E428E70}">
      <dgm:prSet/>
      <dgm:spPr/>
      <dgm:t>
        <a:bodyPr/>
        <a:lstStyle/>
        <a:p>
          <a:endParaRPr lang="en-US"/>
        </a:p>
      </dgm:t>
    </dgm:pt>
    <dgm:pt modelId="{B73448ED-0B1C-47C4-B3B8-66CBA67E9A0D}" type="pres">
      <dgm:prSet presAssocID="{1B5592F0-2A3D-49FE-9B0D-5344D7182F84}" presName="root" presStyleCnt="0">
        <dgm:presLayoutVars>
          <dgm:dir/>
          <dgm:resizeHandles val="exact"/>
        </dgm:presLayoutVars>
      </dgm:prSet>
      <dgm:spPr/>
    </dgm:pt>
    <dgm:pt modelId="{0BE37F56-E061-4930-B787-A7CAF7674249}" type="pres">
      <dgm:prSet presAssocID="{8A9F553A-7F35-4AE7-9AD6-2C74E1F45D51}" presName="compNode" presStyleCnt="0"/>
      <dgm:spPr/>
    </dgm:pt>
    <dgm:pt modelId="{76120C21-592A-4E80-B334-96F4A4F043D7}" type="pres">
      <dgm:prSet presAssocID="{8A9F553A-7F35-4AE7-9AD6-2C74E1F45D5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036F0E5F-EB30-4EB2-83BC-106A35EBDEA2}" type="pres">
      <dgm:prSet presAssocID="{8A9F553A-7F35-4AE7-9AD6-2C74E1F45D51}" presName="iconSpace" presStyleCnt="0"/>
      <dgm:spPr/>
    </dgm:pt>
    <dgm:pt modelId="{E2C5FAF0-C991-475E-B644-5288B66C214A}" type="pres">
      <dgm:prSet presAssocID="{8A9F553A-7F35-4AE7-9AD6-2C74E1F45D51}" presName="parTx" presStyleLbl="revTx" presStyleIdx="0" presStyleCnt="4">
        <dgm:presLayoutVars>
          <dgm:chMax val="0"/>
          <dgm:chPref val="0"/>
        </dgm:presLayoutVars>
      </dgm:prSet>
      <dgm:spPr/>
    </dgm:pt>
    <dgm:pt modelId="{B35B13BD-D421-4DB3-B014-8A277C4AA85B}" type="pres">
      <dgm:prSet presAssocID="{8A9F553A-7F35-4AE7-9AD6-2C74E1F45D51}" presName="txSpace" presStyleCnt="0"/>
      <dgm:spPr/>
    </dgm:pt>
    <dgm:pt modelId="{8C68359C-2B8F-45F6-BDA7-AD4B42182C1C}" type="pres">
      <dgm:prSet presAssocID="{8A9F553A-7F35-4AE7-9AD6-2C74E1F45D51}" presName="desTx" presStyleLbl="revTx" presStyleIdx="1" presStyleCnt="4">
        <dgm:presLayoutVars/>
      </dgm:prSet>
      <dgm:spPr/>
    </dgm:pt>
    <dgm:pt modelId="{18CDE841-04A6-49FC-A6D0-2013E499AD09}" type="pres">
      <dgm:prSet presAssocID="{C6CA2DF7-4393-4602-8144-C9F5EFD69A1D}" presName="sibTrans" presStyleCnt="0"/>
      <dgm:spPr/>
    </dgm:pt>
    <dgm:pt modelId="{76183A28-6559-4E63-84B3-06CCFF1F5F05}" type="pres">
      <dgm:prSet presAssocID="{C92FC93B-B642-46F6-8D12-BE9EC16CE4EE}" presName="compNode" presStyleCnt="0"/>
      <dgm:spPr/>
    </dgm:pt>
    <dgm:pt modelId="{E72ED4ED-F053-4649-8125-3C576E94CCB5}" type="pres">
      <dgm:prSet presAssocID="{C92FC93B-B642-46F6-8D12-BE9EC16CE4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5A70CAD8-A3FC-4012-82BD-05D468B6D9C4}" type="pres">
      <dgm:prSet presAssocID="{C92FC93B-B642-46F6-8D12-BE9EC16CE4EE}" presName="iconSpace" presStyleCnt="0"/>
      <dgm:spPr/>
    </dgm:pt>
    <dgm:pt modelId="{E4FC1631-AFEA-4879-B3B1-C3541D65172A}" type="pres">
      <dgm:prSet presAssocID="{C92FC93B-B642-46F6-8D12-BE9EC16CE4EE}" presName="parTx" presStyleLbl="revTx" presStyleIdx="2" presStyleCnt="4">
        <dgm:presLayoutVars>
          <dgm:chMax val="0"/>
          <dgm:chPref val="0"/>
        </dgm:presLayoutVars>
      </dgm:prSet>
      <dgm:spPr/>
    </dgm:pt>
    <dgm:pt modelId="{09C634B3-3844-4E55-AC01-6861E6D684B8}" type="pres">
      <dgm:prSet presAssocID="{C92FC93B-B642-46F6-8D12-BE9EC16CE4EE}" presName="txSpace" presStyleCnt="0"/>
      <dgm:spPr/>
    </dgm:pt>
    <dgm:pt modelId="{B82F89AB-209D-4663-96BB-30A1BAB4C0BB}" type="pres">
      <dgm:prSet presAssocID="{C92FC93B-B642-46F6-8D12-BE9EC16CE4EE}" presName="desTx" presStyleLbl="revTx" presStyleIdx="3" presStyleCnt="4">
        <dgm:presLayoutVars/>
      </dgm:prSet>
      <dgm:spPr/>
    </dgm:pt>
  </dgm:ptLst>
  <dgm:cxnLst>
    <dgm:cxn modelId="{0FF81716-3D5E-4F31-9CE8-0BC9CC29B871}" srcId="{1B5592F0-2A3D-49FE-9B0D-5344D7182F84}" destId="{8A9F553A-7F35-4AE7-9AD6-2C74E1F45D51}" srcOrd="0" destOrd="0" parTransId="{A908B968-EE9B-4E8B-8498-B61148E7625C}" sibTransId="{C6CA2DF7-4393-4602-8144-C9F5EFD69A1D}"/>
    <dgm:cxn modelId="{10F28C5C-DA53-4058-8FD6-9D576E428E70}" srcId="{1B5592F0-2A3D-49FE-9B0D-5344D7182F84}" destId="{C92FC93B-B642-46F6-8D12-BE9EC16CE4EE}" srcOrd="1" destOrd="0" parTransId="{BC24ABF1-C595-4CEA-B7BC-F79EC5D5875D}" sibTransId="{325320DE-61FD-4D27-AEF3-02C4DCD80777}"/>
    <dgm:cxn modelId="{635E61C3-648C-4246-83E7-9870B478198D}" type="presOf" srcId="{8A9F553A-7F35-4AE7-9AD6-2C74E1F45D51}" destId="{E2C5FAF0-C991-475E-B644-5288B66C214A}" srcOrd="0" destOrd="0" presId="urn:microsoft.com/office/officeart/2018/2/layout/IconLabelDescriptionList"/>
    <dgm:cxn modelId="{A0932CCB-47A9-4462-94E5-0CDFE158F086}" type="presOf" srcId="{1B5592F0-2A3D-49FE-9B0D-5344D7182F84}" destId="{B73448ED-0B1C-47C4-B3B8-66CBA67E9A0D}" srcOrd="0" destOrd="0" presId="urn:microsoft.com/office/officeart/2018/2/layout/IconLabelDescriptionList"/>
    <dgm:cxn modelId="{9B3D70E2-5A1B-4872-B53C-8D62A0601575}" type="presOf" srcId="{C92FC93B-B642-46F6-8D12-BE9EC16CE4EE}" destId="{E4FC1631-AFEA-4879-B3B1-C3541D65172A}" srcOrd="0" destOrd="0" presId="urn:microsoft.com/office/officeart/2018/2/layout/IconLabelDescriptionList"/>
    <dgm:cxn modelId="{A9265BBB-EECA-4E94-8A5D-32F10E64077B}" type="presParOf" srcId="{B73448ED-0B1C-47C4-B3B8-66CBA67E9A0D}" destId="{0BE37F56-E061-4930-B787-A7CAF7674249}" srcOrd="0" destOrd="0" presId="urn:microsoft.com/office/officeart/2018/2/layout/IconLabelDescriptionList"/>
    <dgm:cxn modelId="{09342C65-25B1-4D85-BF4D-36BEB99A71BF}" type="presParOf" srcId="{0BE37F56-E061-4930-B787-A7CAF7674249}" destId="{76120C21-592A-4E80-B334-96F4A4F043D7}" srcOrd="0" destOrd="0" presId="urn:microsoft.com/office/officeart/2018/2/layout/IconLabelDescriptionList"/>
    <dgm:cxn modelId="{EA854CB6-40E0-4A0E-84E1-C8694CF60F0D}" type="presParOf" srcId="{0BE37F56-E061-4930-B787-A7CAF7674249}" destId="{036F0E5F-EB30-4EB2-83BC-106A35EBDEA2}" srcOrd="1" destOrd="0" presId="urn:microsoft.com/office/officeart/2018/2/layout/IconLabelDescriptionList"/>
    <dgm:cxn modelId="{D8341AB9-50BF-448C-BA9F-CEAB3800610B}" type="presParOf" srcId="{0BE37F56-E061-4930-B787-A7CAF7674249}" destId="{E2C5FAF0-C991-475E-B644-5288B66C214A}" srcOrd="2" destOrd="0" presId="urn:microsoft.com/office/officeart/2018/2/layout/IconLabelDescriptionList"/>
    <dgm:cxn modelId="{737F9FF8-7074-40EE-AB38-9723C3AB3794}" type="presParOf" srcId="{0BE37F56-E061-4930-B787-A7CAF7674249}" destId="{B35B13BD-D421-4DB3-B014-8A277C4AA85B}" srcOrd="3" destOrd="0" presId="urn:microsoft.com/office/officeart/2018/2/layout/IconLabelDescriptionList"/>
    <dgm:cxn modelId="{D028D27C-47E2-4F72-902E-0E5F3C3191BB}" type="presParOf" srcId="{0BE37F56-E061-4930-B787-A7CAF7674249}" destId="{8C68359C-2B8F-45F6-BDA7-AD4B42182C1C}" srcOrd="4" destOrd="0" presId="urn:microsoft.com/office/officeart/2018/2/layout/IconLabelDescriptionList"/>
    <dgm:cxn modelId="{D80D9430-DF48-4E72-B05F-37A05CDEE147}" type="presParOf" srcId="{B73448ED-0B1C-47C4-B3B8-66CBA67E9A0D}" destId="{18CDE841-04A6-49FC-A6D0-2013E499AD09}" srcOrd="1" destOrd="0" presId="urn:microsoft.com/office/officeart/2018/2/layout/IconLabelDescriptionList"/>
    <dgm:cxn modelId="{8F8E4F9D-B864-490B-B8AF-FD8B04003960}" type="presParOf" srcId="{B73448ED-0B1C-47C4-B3B8-66CBA67E9A0D}" destId="{76183A28-6559-4E63-84B3-06CCFF1F5F05}" srcOrd="2" destOrd="0" presId="urn:microsoft.com/office/officeart/2018/2/layout/IconLabelDescriptionList"/>
    <dgm:cxn modelId="{92452984-285F-4732-A58D-615DCE378D13}" type="presParOf" srcId="{76183A28-6559-4E63-84B3-06CCFF1F5F05}" destId="{E72ED4ED-F053-4649-8125-3C576E94CCB5}" srcOrd="0" destOrd="0" presId="urn:microsoft.com/office/officeart/2018/2/layout/IconLabelDescriptionList"/>
    <dgm:cxn modelId="{29B261F6-2880-4BED-AE9C-B855197C5FB9}" type="presParOf" srcId="{76183A28-6559-4E63-84B3-06CCFF1F5F05}" destId="{5A70CAD8-A3FC-4012-82BD-05D468B6D9C4}" srcOrd="1" destOrd="0" presId="urn:microsoft.com/office/officeart/2018/2/layout/IconLabelDescriptionList"/>
    <dgm:cxn modelId="{E5E7C569-B27B-49B6-BE6B-F9B7D5742802}" type="presParOf" srcId="{76183A28-6559-4E63-84B3-06CCFF1F5F05}" destId="{E4FC1631-AFEA-4879-B3B1-C3541D65172A}" srcOrd="2" destOrd="0" presId="urn:microsoft.com/office/officeart/2018/2/layout/IconLabelDescriptionList"/>
    <dgm:cxn modelId="{3587A038-4A90-4F21-8A19-1A275FC9AECE}" type="presParOf" srcId="{76183A28-6559-4E63-84B3-06CCFF1F5F05}" destId="{09C634B3-3844-4E55-AC01-6861E6D684B8}" srcOrd="3" destOrd="0" presId="urn:microsoft.com/office/officeart/2018/2/layout/IconLabelDescriptionList"/>
    <dgm:cxn modelId="{4FE7FA43-1AE2-40C1-A02B-A0A9152CFDE5}" type="presParOf" srcId="{76183A28-6559-4E63-84B3-06CCFF1F5F05}" destId="{B82F89AB-209D-4663-96BB-30A1BAB4C0B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4B2E7F-7ECA-44FA-A8E4-8ED67192735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C5DD4B-A500-4956-875C-213529B47008}">
      <dgm:prSet/>
      <dgm:spPr/>
      <dgm:t>
        <a:bodyPr/>
        <a:lstStyle/>
        <a:p>
          <a:r>
            <a:rPr lang="en-US"/>
            <a:t>Can adaptive traffic lights reduce waiting times and improve traffic flow?</a:t>
          </a:r>
        </a:p>
      </dgm:t>
    </dgm:pt>
    <dgm:pt modelId="{EDFF2867-3DAD-4003-9BFE-318725588679}" type="parTrans" cxnId="{EC5CEB9A-8C36-4631-BCBE-B573779467F1}">
      <dgm:prSet/>
      <dgm:spPr/>
      <dgm:t>
        <a:bodyPr/>
        <a:lstStyle/>
        <a:p>
          <a:endParaRPr lang="en-US"/>
        </a:p>
      </dgm:t>
    </dgm:pt>
    <dgm:pt modelId="{002213C1-6779-4525-97CC-DAC6F82FE4A7}" type="sibTrans" cxnId="{EC5CEB9A-8C36-4631-BCBE-B573779467F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56906B5-2B52-4CEA-83F8-C75D683B8CB2}">
      <dgm:prSet/>
      <dgm:spPr/>
      <dgm:t>
        <a:bodyPr/>
        <a:lstStyle/>
        <a:p>
          <a:r>
            <a:rPr lang="en-US"/>
            <a:t>How do fixed-time lights compare to adaptive lights under different traffic conditions?</a:t>
          </a:r>
        </a:p>
      </dgm:t>
    </dgm:pt>
    <dgm:pt modelId="{EE17E0FB-7F0B-4BE6-B3AF-5E6D06CB9581}" type="parTrans" cxnId="{47A91F0E-1ADD-4B44-B901-7A335506B5D8}">
      <dgm:prSet/>
      <dgm:spPr/>
      <dgm:t>
        <a:bodyPr/>
        <a:lstStyle/>
        <a:p>
          <a:endParaRPr lang="en-US"/>
        </a:p>
      </dgm:t>
    </dgm:pt>
    <dgm:pt modelId="{42F93F2C-AF03-4A20-9AA8-92A4074ECE40}" type="sibTrans" cxnId="{47A91F0E-1ADD-4B44-B901-7A335506B5D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7EBDFEB-6F1C-0345-BBB8-8637D84565AA}" type="pres">
      <dgm:prSet presAssocID="{474B2E7F-7ECA-44FA-A8E4-8ED67192735C}" presName="Name0" presStyleCnt="0">
        <dgm:presLayoutVars>
          <dgm:animLvl val="lvl"/>
          <dgm:resizeHandles val="exact"/>
        </dgm:presLayoutVars>
      </dgm:prSet>
      <dgm:spPr/>
    </dgm:pt>
    <dgm:pt modelId="{C9FDFA48-6FEA-164C-BC1B-0693DF52945F}" type="pres">
      <dgm:prSet presAssocID="{B7C5DD4B-A500-4956-875C-213529B47008}" presName="compositeNode" presStyleCnt="0">
        <dgm:presLayoutVars>
          <dgm:bulletEnabled val="1"/>
        </dgm:presLayoutVars>
      </dgm:prSet>
      <dgm:spPr/>
    </dgm:pt>
    <dgm:pt modelId="{892CAC86-705B-A44E-B55D-E9C42424BCF4}" type="pres">
      <dgm:prSet presAssocID="{B7C5DD4B-A500-4956-875C-213529B47008}" presName="bgRect" presStyleLbl="bgAccFollowNode1" presStyleIdx="0" presStyleCnt="2"/>
      <dgm:spPr/>
    </dgm:pt>
    <dgm:pt modelId="{04C05CA5-3344-7748-9715-49C6DABF2130}" type="pres">
      <dgm:prSet presAssocID="{002213C1-6779-4525-97CC-DAC6F82FE4A7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E6C9CAAF-4028-0643-B200-02398F067546}" type="pres">
      <dgm:prSet presAssocID="{B7C5DD4B-A500-4956-875C-213529B47008}" presName="bottomLine" presStyleLbl="alignNode1" presStyleIdx="1" presStyleCnt="4">
        <dgm:presLayoutVars/>
      </dgm:prSet>
      <dgm:spPr/>
    </dgm:pt>
    <dgm:pt modelId="{5F039939-A80C-1948-876E-698B777E0669}" type="pres">
      <dgm:prSet presAssocID="{B7C5DD4B-A500-4956-875C-213529B47008}" presName="nodeText" presStyleLbl="bgAccFollowNode1" presStyleIdx="0" presStyleCnt="2">
        <dgm:presLayoutVars>
          <dgm:bulletEnabled val="1"/>
        </dgm:presLayoutVars>
      </dgm:prSet>
      <dgm:spPr/>
    </dgm:pt>
    <dgm:pt modelId="{F6028B57-983E-7C41-924D-888E47BF9B0F}" type="pres">
      <dgm:prSet presAssocID="{002213C1-6779-4525-97CC-DAC6F82FE4A7}" presName="sibTrans" presStyleCnt="0"/>
      <dgm:spPr/>
    </dgm:pt>
    <dgm:pt modelId="{F57EF60B-174D-964D-82BC-662541A047F6}" type="pres">
      <dgm:prSet presAssocID="{E56906B5-2B52-4CEA-83F8-C75D683B8CB2}" presName="compositeNode" presStyleCnt="0">
        <dgm:presLayoutVars>
          <dgm:bulletEnabled val="1"/>
        </dgm:presLayoutVars>
      </dgm:prSet>
      <dgm:spPr/>
    </dgm:pt>
    <dgm:pt modelId="{5FFED8EE-979A-C045-B1D6-7F3E9383D038}" type="pres">
      <dgm:prSet presAssocID="{E56906B5-2B52-4CEA-83F8-C75D683B8CB2}" presName="bgRect" presStyleLbl="bgAccFollowNode1" presStyleIdx="1" presStyleCnt="2"/>
      <dgm:spPr/>
    </dgm:pt>
    <dgm:pt modelId="{6624D986-36C9-274A-8382-D6C945132D1A}" type="pres">
      <dgm:prSet presAssocID="{42F93F2C-AF03-4A20-9AA8-92A4074ECE4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A62BA79C-8B6C-3E49-B00A-31B84FD2F22B}" type="pres">
      <dgm:prSet presAssocID="{E56906B5-2B52-4CEA-83F8-C75D683B8CB2}" presName="bottomLine" presStyleLbl="alignNode1" presStyleIdx="3" presStyleCnt="4">
        <dgm:presLayoutVars/>
      </dgm:prSet>
      <dgm:spPr/>
    </dgm:pt>
    <dgm:pt modelId="{CE21E30C-6993-5644-A265-D4A2FEDF42BD}" type="pres">
      <dgm:prSet presAssocID="{E56906B5-2B52-4CEA-83F8-C75D683B8CB2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47A91F0E-1ADD-4B44-B901-7A335506B5D8}" srcId="{474B2E7F-7ECA-44FA-A8E4-8ED67192735C}" destId="{E56906B5-2B52-4CEA-83F8-C75D683B8CB2}" srcOrd="1" destOrd="0" parTransId="{EE17E0FB-7F0B-4BE6-B3AF-5E6D06CB9581}" sibTransId="{42F93F2C-AF03-4A20-9AA8-92A4074ECE40}"/>
    <dgm:cxn modelId="{C07F5F16-FA39-6149-AC2A-65598946C5AA}" type="presOf" srcId="{E56906B5-2B52-4CEA-83F8-C75D683B8CB2}" destId="{5FFED8EE-979A-C045-B1D6-7F3E9383D038}" srcOrd="0" destOrd="0" presId="urn:microsoft.com/office/officeart/2016/7/layout/BasicLinearProcessNumbered"/>
    <dgm:cxn modelId="{09EA951D-5E74-D54F-A8A7-0C2CC3C8A2AE}" type="presOf" srcId="{002213C1-6779-4525-97CC-DAC6F82FE4A7}" destId="{04C05CA5-3344-7748-9715-49C6DABF2130}" srcOrd="0" destOrd="0" presId="urn:microsoft.com/office/officeart/2016/7/layout/BasicLinearProcessNumbered"/>
    <dgm:cxn modelId="{623AB732-3BAC-C144-900F-A95EDBBFDC48}" type="presOf" srcId="{42F93F2C-AF03-4A20-9AA8-92A4074ECE40}" destId="{6624D986-36C9-274A-8382-D6C945132D1A}" srcOrd="0" destOrd="0" presId="urn:microsoft.com/office/officeart/2016/7/layout/BasicLinearProcessNumbered"/>
    <dgm:cxn modelId="{E3494993-C9F9-4C41-A06E-DDEBB0E8D5E9}" type="presOf" srcId="{474B2E7F-7ECA-44FA-A8E4-8ED67192735C}" destId="{57EBDFEB-6F1C-0345-BBB8-8637D84565AA}" srcOrd="0" destOrd="0" presId="urn:microsoft.com/office/officeart/2016/7/layout/BasicLinearProcessNumbered"/>
    <dgm:cxn modelId="{EC5CEB9A-8C36-4631-BCBE-B573779467F1}" srcId="{474B2E7F-7ECA-44FA-A8E4-8ED67192735C}" destId="{B7C5DD4B-A500-4956-875C-213529B47008}" srcOrd="0" destOrd="0" parTransId="{EDFF2867-3DAD-4003-9BFE-318725588679}" sibTransId="{002213C1-6779-4525-97CC-DAC6F82FE4A7}"/>
    <dgm:cxn modelId="{1282559B-1EB8-024D-94E3-30C94301A0A7}" type="presOf" srcId="{B7C5DD4B-A500-4956-875C-213529B47008}" destId="{5F039939-A80C-1948-876E-698B777E0669}" srcOrd="1" destOrd="0" presId="urn:microsoft.com/office/officeart/2016/7/layout/BasicLinearProcessNumbered"/>
    <dgm:cxn modelId="{118E4EC3-9182-9947-A332-34B4190F7ECA}" type="presOf" srcId="{B7C5DD4B-A500-4956-875C-213529B47008}" destId="{892CAC86-705B-A44E-B55D-E9C42424BCF4}" srcOrd="0" destOrd="0" presId="urn:microsoft.com/office/officeart/2016/7/layout/BasicLinearProcessNumbered"/>
    <dgm:cxn modelId="{C8AC82D0-0750-9D4E-8BE0-3703A717CAA8}" type="presOf" srcId="{E56906B5-2B52-4CEA-83F8-C75D683B8CB2}" destId="{CE21E30C-6993-5644-A265-D4A2FEDF42BD}" srcOrd="1" destOrd="0" presId="urn:microsoft.com/office/officeart/2016/7/layout/BasicLinearProcessNumbered"/>
    <dgm:cxn modelId="{7104D863-5484-E74C-9A5B-211B23AB875B}" type="presParOf" srcId="{57EBDFEB-6F1C-0345-BBB8-8637D84565AA}" destId="{C9FDFA48-6FEA-164C-BC1B-0693DF52945F}" srcOrd="0" destOrd="0" presId="urn:microsoft.com/office/officeart/2016/7/layout/BasicLinearProcessNumbered"/>
    <dgm:cxn modelId="{63077D7D-6523-554F-9475-48140836EAE9}" type="presParOf" srcId="{C9FDFA48-6FEA-164C-BC1B-0693DF52945F}" destId="{892CAC86-705B-A44E-B55D-E9C42424BCF4}" srcOrd="0" destOrd="0" presId="urn:microsoft.com/office/officeart/2016/7/layout/BasicLinearProcessNumbered"/>
    <dgm:cxn modelId="{6E0F2741-F38E-8041-8CD3-9EF7EFE669D2}" type="presParOf" srcId="{C9FDFA48-6FEA-164C-BC1B-0693DF52945F}" destId="{04C05CA5-3344-7748-9715-49C6DABF2130}" srcOrd="1" destOrd="0" presId="urn:microsoft.com/office/officeart/2016/7/layout/BasicLinearProcessNumbered"/>
    <dgm:cxn modelId="{21EF9BA7-F737-874D-88F9-E569705F1293}" type="presParOf" srcId="{C9FDFA48-6FEA-164C-BC1B-0693DF52945F}" destId="{E6C9CAAF-4028-0643-B200-02398F067546}" srcOrd="2" destOrd="0" presId="urn:microsoft.com/office/officeart/2016/7/layout/BasicLinearProcessNumbered"/>
    <dgm:cxn modelId="{F3D4B919-3596-4342-8D0D-50A1B9C3560F}" type="presParOf" srcId="{C9FDFA48-6FEA-164C-BC1B-0693DF52945F}" destId="{5F039939-A80C-1948-876E-698B777E0669}" srcOrd="3" destOrd="0" presId="urn:microsoft.com/office/officeart/2016/7/layout/BasicLinearProcessNumbered"/>
    <dgm:cxn modelId="{F60731D9-04C7-F041-8CFD-FD2815BACB5E}" type="presParOf" srcId="{57EBDFEB-6F1C-0345-BBB8-8637D84565AA}" destId="{F6028B57-983E-7C41-924D-888E47BF9B0F}" srcOrd="1" destOrd="0" presId="urn:microsoft.com/office/officeart/2016/7/layout/BasicLinearProcessNumbered"/>
    <dgm:cxn modelId="{4C890A2A-10BF-1742-8816-CD5C72CC566D}" type="presParOf" srcId="{57EBDFEB-6F1C-0345-BBB8-8637D84565AA}" destId="{F57EF60B-174D-964D-82BC-662541A047F6}" srcOrd="2" destOrd="0" presId="urn:microsoft.com/office/officeart/2016/7/layout/BasicLinearProcessNumbered"/>
    <dgm:cxn modelId="{7834C092-AAC6-C048-B363-D25B019E81BE}" type="presParOf" srcId="{F57EF60B-174D-964D-82BC-662541A047F6}" destId="{5FFED8EE-979A-C045-B1D6-7F3E9383D038}" srcOrd="0" destOrd="0" presId="urn:microsoft.com/office/officeart/2016/7/layout/BasicLinearProcessNumbered"/>
    <dgm:cxn modelId="{752A70E6-6EC3-B94E-AE43-0A61BFC69940}" type="presParOf" srcId="{F57EF60B-174D-964D-82BC-662541A047F6}" destId="{6624D986-36C9-274A-8382-D6C945132D1A}" srcOrd="1" destOrd="0" presId="urn:microsoft.com/office/officeart/2016/7/layout/BasicLinearProcessNumbered"/>
    <dgm:cxn modelId="{9677379E-875F-CB42-ACC0-D26DE80E4F87}" type="presParOf" srcId="{F57EF60B-174D-964D-82BC-662541A047F6}" destId="{A62BA79C-8B6C-3E49-B00A-31B84FD2F22B}" srcOrd="2" destOrd="0" presId="urn:microsoft.com/office/officeart/2016/7/layout/BasicLinearProcessNumbered"/>
    <dgm:cxn modelId="{8D5BF61D-F4BC-204A-B3C4-D5C8AC55C164}" type="presParOf" srcId="{F57EF60B-174D-964D-82BC-662541A047F6}" destId="{CE21E30C-6993-5644-A265-D4A2FEDF42B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E46DF8-A255-4B77-88B1-6F39A8E348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C389AC-34B1-4AAD-82A4-02B00146E9E5}">
      <dgm:prSet/>
      <dgm:spPr/>
      <dgm:t>
        <a:bodyPr/>
        <a:lstStyle/>
        <a:p>
          <a:r>
            <a:rPr lang="en-US" b="0" i="0" dirty="0"/>
            <a:t>Develop a traffic intersection simulation to compare traffic flow under</a:t>
          </a:r>
          <a:endParaRPr lang="en-US" dirty="0"/>
        </a:p>
      </dgm:t>
    </dgm:pt>
    <dgm:pt modelId="{5EFE01AA-0468-45E4-95DB-2D39CAC0F70C}" type="parTrans" cxnId="{EDD3939A-843E-4545-B50E-59DE33F5D40D}">
      <dgm:prSet/>
      <dgm:spPr/>
      <dgm:t>
        <a:bodyPr/>
        <a:lstStyle/>
        <a:p>
          <a:endParaRPr lang="en-US"/>
        </a:p>
      </dgm:t>
    </dgm:pt>
    <dgm:pt modelId="{FC3A35F3-666C-4F5F-81EE-568CB21E5656}" type="sibTrans" cxnId="{EDD3939A-843E-4545-B50E-59DE33F5D40D}">
      <dgm:prSet/>
      <dgm:spPr/>
      <dgm:t>
        <a:bodyPr/>
        <a:lstStyle/>
        <a:p>
          <a:endParaRPr lang="en-US"/>
        </a:p>
      </dgm:t>
    </dgm:pt>
    <dgm:pt modelId="{BB20B434-B53F-49D4-96DF-545E33453470}">
      <dgm:prSet/>
      <dgm:spPr/>
      <dgm:t>
        <a:bodyPr/>
        <a:lstStyle/>
        <a:p>
          <a:r>
            <a:rPr lang="en-US" b="0" i="0"/>
            <a:t>Fixed-interval traffic lights</a:t>
          </a:r>
          <a:endParaRPr lang="en-US"/>
        </a:p>
      </dgm:t>
    </dgm:pt>
    <dgm:pt modelId="{77DEF66C-91FA-4BEE-AB28-172E26029334}" type="parTrans" cxnId="{C7AC696C-369D-4860-A3AF-49F0178263CA}">
      <dgm:prSet/>
      <dgm:spPr/>
      <dgm:t>
        <a:bodyPr/>
        <a:lstStyle/>
        <a:p>
          <a:endParaRPr lang="en-US"/>
        </a:p>
      </dgm:t>
    </dgm:pt>
    <dgm:pt modelId="{9B75A2ED-FCC1-44A7-904E-4F8A2DE88D5E}" type="sibTrans" cxnId="{C7AC696C-369D-4860-A3AF-49F0178263CA}">
      <dgm:prSet/>
      <dgm:spPr/>
      <dgm:t>
        <a:bodyPr/>
        <a:lstStyle/>
        <a:p>
          <a:endParaRPr lang="en-US"/>
        </a:p>
      </dgm:t>
    </dgm:pt>
    <dgm:pt modelId="{5139BBAE-52A3-4835-BAFD-FACEFC8F0CD0}">
      <dgm:prSet/>
      <dgm:spPr/>
      <dgm:t>
        <a:bodyPr/>
        <a:lstStyle/>
        <a:p>
          <a:r>
            <a:rPr lang="en-US" b="0" i="0"/>
            <a:t>Adaptive traffic lights </a:t>
          </a:r>
          <a:endParaRPr lang="en-US"/>
        </a:p>
      </dgm:t>
    </dgm:pt>
    <dgm:pt modelId="{DFC40E25-AFD6-478B-BE1C-669623BF0273}" type="parTrans" cxnId="{4E7FC509-074E-4B4F-91A8-EC85DF5E0A6E}">
      <dgm:prSet/>
      <dgm:spPr/>
      <dgm:t>
        <a:bodyPr/>
        <a:lstStyle/>
        <a:p>
          <a:endParaRPr lang="en-US"/>
        </a:p>
      </dgm:t>
    </dgm:pt>
    <dgm:pt modelId="{990DB6B9-3D58-44CF-8D71-19C8E415185C}" type="sibTrans" cxnId="{4E7FC509-074E-4B4F-91A8-EC85DF5E0A6E}">
      <dgm:prSet/>
      <dgm:spPr/>
      <dgm:t>
        <a:bodyPr/>
        <a:lstStyle/>
        <a:p>
          <a:endParaRPr lang="en-US"/>
        </a:p>
      </dgm:t>
    </dgm:pt>
    <dgm:pt modelId="{90135FDD-F762-4471-A394-0282F7E7775E}">
      <dgm:prSet/>
      <dgm:spPr/>
      <dgm:t>
        <a:bodyPr/>
        <a:lstStyle/>
        <a:p>
          <a:r>
            <a:rPr lang="en-US" b="0" i="0" dirty="0"/>
            <a:t>Measure and analyze metrics like</a:t>
          </a:r>
          <a:endParaRPr lang="en-US" dirty="0"/>
        </a:p>
      </dgm:t>
    </dgm:pt>
    <dgm:pt modelId="{3B546CF3-56CF-47D6-B3E6-1BDEA618609C}" type="parTrans" cxnId="{2789DC54-1929-4D65-A5CC-ADC15196824E}">
      <dgm:prSet/>
      <dgm:spPr/>
      <dgm:t>
        <a:bodyPr/>
        <a:lstStyle/>
        <a:p>
          <a:endParaRPr lang="en-US"/>
        </a:p>
      </dgm:t>
    </dgm:pt>
    <dgm:pt modelId="{B39CEC6B-FB7F-4483-871D-B45D7602BB87}" type="sibTrans" cxnId="{2789DC54-1929-4D65-A5CC-ADC15196824E}">
      <dgm:prSet/>
      <dgm:spPr/>
      <dgm:t>
        <a:bodyPr/>
        <a:lstStyle/>
        <a:p>
          <a:endParaRPr lang="en-US"/>
        </a:p>
      </dgm:t>
    </dgm:pt>
    <dgm:pt modelId="{1760AB48-C34D-4694-AD41-9DAD695F0D4D}">
      <dgm:prSet/>
      <dgm:spPr/>
      <dgm:t>
        <a:bodyPr/>
        <a:lstStyle/>
        <a:p>
          <a:r>
            <a:rPr lang="en-US" b="0" i="0"/>
            <a:t>Average waiting time per vehicle</a:t>
          </a:r>
          <a:endParaRPr lang="en-US"/>
        </a:p>
      </dgm:t>
    </dgm:pt>
    <dgm:pt modelId="{332C2EC2-BDBF-475E-9B92-DE1BEC93646A}" type="parTrans" cxnId="{E0844661-2DA7-4079-8BE6-C6F341173A32}">
      <dgm:prSet/>
      <dgm:spPr/>
      <dgm:t>
        <a:bodyPr/>
        <a:lstStyle/>
        <a:p>
          <a:endParaRPr lang="en-US"/>
        </a:p>
      </dgm:t>
    </dgm:pt>
    <dgm:pt modelId="{E40AF1CF-9EAD-48E5-8CC0-B606811CE2F7}" type="sibTrans" cxnId="{E0844661-2DA7-4079-8BE6-C6F341173A32}">
      <dgm:prSet/>
      <dgm:spPr/>
      <dgm:t>
        <a:bodyPr/>
        <a:lstStyle/>
        <a:p>
          <a:endParaRPr lang="en-US"/>
        </a:p>
      </dgm:t>
    </dgm:pt>
    <dgm:pt modelId="{5FA81C12-C1BF-4154-AD20-2995C2F67591}">
      <dgm:prSet/>
      <dgm:spPr/>
      <dgm:t>
        <a:bodyPr/>
        <a:lstStyle/>
        <a:p>
          <a:r>
            <a:rPr lang="en-US" b="0" i="0"/>
            <a:t>Queue lengths</a:t>
          </a:r>
          <a:endParaRPr lang="en-US"/>
        </a:p>
      </dgm:t>
    </dgm:pt>
    <dgm:pt modelId="{F61CAAF8-C5E9-45D1-A91F-723EDB8D08FD}" type="parTrans" cxnId="{F3389C1F-411C-409C-832F-5FDD82427BB5}">
      <dgm:prSet/>
      <dgm:spPr/>
      <dgm:t>
        <a:bodyPr/>
        <a:lstStyle/>
        <a:p>
          <a:endParaRPr lang="en-US"/>
        </a:p>
      </dgm:t>
    </dgm:pt>
    <dgm:pt modelId="{522C9F43-679D-47A7-82CF-95602F8222BC}" type="sibTrans" cxnId="{F3389C1F-411C-409C-832F-5FDD82427BB5}">
      <dgm:prSet/>
      <dgm:spPr/>
      <dgm:t>
        <a:bodyPr/>
        <a:lstStyle/>
        <a:p>
          <a:endParaRPr lang="en-US"/>
        </a:p>
      </dgm:t>
    </dgm:pt>
    <dgm:pt modelId="{4293759B-8043-4516-88C4-E3A9A1B74778}">
      <dgm:prSet/>
      <dgm:spPr/>
      <dgm:t>
        <a:bodyPr/>
        <a:lstStyle/>
        <a:p>
          <a:r>
            <a:rPr lang="en-US" b="0" i="0"/>
            <a:t>Throughput</a:t>
          </a:r>
          <a:endParaRPr lang="en-US"/>
        </a:p>
      </dgm:t>
    </dgm:pt>
    <dgm:pt modelId="{E1377B75-44CC-4983-9E37-B783F02D05DF}" type="parTrans" cxnId="{DF6D321B-B321-4E32-8839-9639E358428F}">
      <dgm:prSet/>
      <dgm:spPr/>
      <dgm:t>
        <a:bodyPr/>
        <a:lstStyle/>
        <a:p>
          <a:endParaRPr lang="en-US"/>
        </a:p>
      </dgm:t>
    </dgm:pt>
    <dgm:pt modelId="{2AD6157D-231E-42F5-A7DB-A4F4627B24DB}" type="sibTrans" cxnId="{DF6D321B-B321-4E32-8839-9639E358428F}">
      <dgm:prSet/>
      <dgm:spPr/>
      <dgm:t>
        <a:bodyPr/>
        <a:lstStyle/>
        <a:p>
          <a:endParaRPr lang="en-US"/>
        </a:p>
      </dgm:t>
    </dgm:pt>
    <dgm:pt modelId="{E968558E-A78F-4A67-A82C-58F4BDAE14B5}" type="pres">
      <dgm:prSet presAssocID="{48E46DF8-A255-4B77-88B1-6F39A8E3486B}" presName="root" presStyleCnt="0">
        <dgm:presLayoutVars>
          <dgm:dir/>
          <dgm:resizeHandles val="exact"/>
        </dgm:presLayoutVars>
      </dgm:prSet>
      <dgm:spPr/>
    </dgm:pt>
    <dgm:pt modelId="{D127644C-156C-46DB-810A-1C503BEF48D5}" type="pres">
      <dgm:prSet presAssocID="{40C389AC-34B1-4AAD-82A4-02B00146E9E5}" presName="compNode" presStyleCnt="0"/>
      <dgm:spPr/>
    </dgm:pt>
    <dgm:pt modelId="{91B2F4FA-F59A-44CD-A866-289D72935E54}" type="pres">
      <dgm:prSet presAssocID="{40C389AC-34B1-4AAD-82A4-02B00146E9E5}" presName="bgRect" presStyleLbl="bgShp" presStyleIdx="0" presStyleCnt="2"/>
      <dgm:spPr/>
    </dgm:pt>
    <dgm:pt modelId="{7CE93E52-1D3D-4F69-B19A-98EBB79A1BD8}" type="pres">
      <dgm:prSet presAssocID="{40C389AC-34B1-4AAD-82A4-02B00146E9E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24CBBD16-5E9F-44BF-ACC4-F1AC8A9C2C18}" type="pres">
      <dgm:prSet presAssocID="{40C389AC-34B1-4AAD-82A4-02B00146E9E5}" presName="spaceRect" presStyleCnt="0"/>
      <dgm:spPr/>
    </dgm:pt>
    <dgm:pt modelId="{87135E94-1B09-4AE0-ADB6-16F212AE3EEF}" type="pres">
      <dgm:prSet presAssocID="{40C389AC-34B1-4AAD-82A4-02B00146E9E5}" presName="parTx" presStyleLbl="revTx" presStyleIdx="0" presStyleCnt="4">
        <dgm:presLayoutVars>
          <dgm:chMax val="0"/>
          <dgm:chPref val="0"/>
        </dgm:presLayoutVars>
      </dgm:prSet>
      <dgm:spPr/>
    </dgm:pt>
    <dgm:pt modelId="{A5EA6CA0-AAA0-4705-9A6A-FB43C3C2208D}" type="pres">
      <dgm:prSet presAssocID="{40C389AC-34B1-4AAD-82A4-02B00146E9E5}" presName="desTx" presStyleLbl="revTx" presStyleIdx="1" presStyleCnt="4">
        <dgm:presLayoutVars/>
      </dgm:prSet>
      <dgm:spPr/>
    </dgm:pt>
    <dgm:pt modelId="{EC5A3FF4-357B-4993-B32C-2457C2F5754D}" type="pres">
      <dgm:prSet presAssocID="{FC3A35F3-666C-4F5F-81EE-568CB21E5656}" presName="sibTrans" presStyleCnt="0"/>
      <dgm:spPr/>
    </dgm:pt>
    <dgm:pt modelId="{3CFB1381-50CB-483B-BA92-227D44244655}" type="pres">
      <dgm:prSet presAssocID="{90135FDD-F762-4471-A394-0282F7E7775E}" presName="compNode" presStyleCnt="0"/>
      <dgm:spPr/>
    </dgm:pt>
    <dgm:pt modelId="{240B8FEF-2CAB-44F6-80C5-895E2CAB50AF}" type="pres">
      <dgm:prSet presAssocID="{90135FDD-F762-4471-A394-0282F7E7775E}" presName="bgRect" presStyleLbl="bgShp" presStyleIdx="1" presStyleCnt="2"/>
      <dgm:spPr/>
    </dgm:pt>
    <dgm:pt modelId="{17F4154F-ADBF-41DD-8BE3-B0A13D2538AC}" type="pres">
      <dgm:prSet presAssocID="{90135FDD-F762-4471-A394-0282F7E7775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4280FC7-2529-4D0F-860A-EC9C0CBE3447}" type="pres">
      <dgm:prSet presAssocID="{90135FDD-F762-4471-A394-0282F7E7775E}" presName="spaceRect" presStyleCnt="0"/>
      <dgm:spPr/>
    </dgm:pt>
    <dgm:pt modelId="{137F7701-CE70-441B-9D4D-E6C0FA9FB381}" type="pres">
      <dgm:prSet presAssocID="{90135FDD-F762-4471-A394-0282F7E7775E}" presName="parTx" presStyleLbl="revTx" presStyleIdx="2" presStyleCnt="4">
        <dgm:presLayoutVars>
          <dgm:chMax val="0"/>
          <dgm:chPref val="0"/>
        </dgm:presLayoutVars>
      </dgm:prSet>
      <dgm:spPr/>
    </dgm:pt>
    <dgm:pt modelId="{7A38A738-D482-4C89-8D29-A3339231F185}" type="pres">
      <dgm:prSet presAssocID="{90135FDD-F762-4471-A394-0282F7E7775E}" presName="desTx" presStyleLbl="revTx" presStyleIdx="3" presStyleCnt="4">
        <dgm:presLayoutVars/>
      </dgm:prSet>
      <dgm:spPr/>
    </dgm:pt>
  </dgm:ptLst>
  <dgm:cxnLst>
    <dgm:cxn modelId="{4E7FC509-074E-4B4F-91A8-EC85DF5E0A6E}" srcId="{40C389AC-34B1-4AAD-82A4-02B00146E9E5}" destId="{5139BBAE-52A3-4835-BAFD-FACEFC8F0CD0}" srcOrd="1" destOrd="0" parTransId="{DFC40E25-AFD6-478B-BE1C-669623BF0273}" sibTransId="{990DB6B9-3D58-44CF-8D71-19C8E415185C}"/>
    <dgm:cxn modelId="{DF6D321B-B321-4E32-8839-9639E358428F}" srcId="{90135FDD-F762-4471-A394-0282F7E7775E}" destId="{4293759B-8043-4516-88C4-E3A9A1B74778}" srcOrd="2" destOrd="0" parTransId="{E1377B75-44CC-4983-9E37-B783F02D05DF}" sibTransId="{2AD6157D-231E-42F5-A7DB-A4F4627B24DB}"/>
    <dgm:cxn modelId="{F3389C1F-411C-409C-832F-5FDD82427BB5}" srcId="{90135FDD-F762-4471-A394-0282F7E7775E}" destId="{5FA81C12-C1BF-4154-AD20-2995C2F67591}" srcOrd="1" destOrd="0" parTransId="{F61CAAF8-C5E9-45D1-A91F-723EDB8D08FD}" sibTransId="{522C9F43-679D-47A7-82CF-95602F8222BC}"/>
    <dgm:cxn modelId="{D123564D-C3CF-42E4-97F3-159D506C9B95}" type="presOf" srcId="{48E46DF8-A255-4B77-88B1-6F39A8E3486B}" destId="{E968558E-A78F-4A67-A82C-58F4BDAE14B5}" srcOrd="0" destOrd="0" presId="urn:microsoft.com/office/officeart/2018/2/layout/IconVerticalSolidList"/>
    <dgm:cxn modelId="{2650C853-99CC-41BF-8022-AA853F8928B7}" type="presOf" srcId="{BB20B434-B53F-49D4-96DF-545E33453470}" destId="{A5EA6CA0-AAA0-4705-9A6A-FB43C3C2208D}" srcOrd="0" destOrd="0" presId="urn:microsoft.com/office/officeart/2018/2/layout/IconVerticalSolidList"/>
    <dgm:cxn modelId="{2789DC54-1929-4D65-A5CC-ADC15196824E}" srcId="{48E46DF8-A255-4B77-88B1-6F39A8E3486B}" destId="{90135FDD-F762-4471-A394-0282F7E7775E}" srcOrd="1" destOrd="0" parTransId="{3B546CF3-56CF-47D6-B3E6-1BDEA618609C}" sibTransId="{B39CEC6B-FB7F-4483-871D-B45D7602BB87}"/>
    <dgm:cxn modelId="{7B55745C-ABDA-44ED-8ED1-A3203C1A63D2}" type="presOf" srcId="{5FA81C12-C1BF-4154-AD20-2995C2F67591}" destId="{7A38A738-D482-4C89-8D29-A3339231F185}" srcOrd="0" destOrd="1" presId="urn:microsoft.com/office/officeart/2018/2/layout/IconVerticalSolidList"/>
    <dgm:cxn modelId="{E0844661-2DA7-4079-8BE6-C6F341173A32}" srcId="{90135FDD-F762-4471-A394-0282F7E7775E}" destId="{1760AB48-C34D-4694-AD41-9DAD695F0D4D}" srcOrd="0" destOrd="0" parTransId="{332C2EC2-BDBF-475E-9B92-DE1BEC93646A}" sibTransId="{E40AF1CF-9EAD-48E5-8CC0-B606811CE2F7}"/>
    <dgm:cxn modelId="{98CEAB66-DA85-4475-89B0-D36DF963F6A1}" type="presOf" srcId="{1760AB48-C34D-4694-AD41-9DAD695F0D4D}" destId="{7A38A738-D482-4C89-8D29-A3339231F185}" srcOrd="0" destOrd="0" presId="urn:microsoft.com/office/officeart/2018/2/layout/IconVerticalSolidList"/>
    <dgm:cxn modelId="{C7AC696C-369D-4860-A3AF-49F0178263CA}" srcId="{40C389AC-34B1-4AAD-82A4-02B00146E9E5}" destId="{BB20B434-B53F-49D4-96DF-545E33453470}" srcOrd="0" destOrd="0" parTransId="{77DEF66C-91FA-4BEE-AB28-172E26029334}" sibTransId="{9B75A2ED-FCC1-44A7-904E-4F8A2DE88D5E}"/>
    <dgm:cxn modelId="{41A54170-FEBF-4B51-BE63-FF96D485E786}" type="presOf" srcId="{40C389AC-34B1-4AAD-82A4-02B00146E9E5}" destId="{87135E94-1B09-4AE0-ADB6-16F212AE3EEF}" srcOrd="0" destOrd="0" presId="urn:microsoft.com/office/officeart/2018/2/layout/IconVerticalSolidList"/>
    <dgm:cxn modelId="{37534C86-4A4D-41E8-8737-CB909A06FD2F}" type="presOf" srcId="{5139BBAE-52A3-4835-BAFD-FACEFC8F0CD0}" destId="{A5EA6CA0-AAA0-4705-9A6A-FB43C3C2208D}" srcOrd="0" destOrd="1" presId="urn:microsoft.com/office/officeart/2018/2/layout/IconVerticalSolidList"/>
    <dgm:cxn modelId="{EDD3939A-843E-4545-B50E-59DE33F5D40D}" srcId="{48E46DF8-A255-4B77-88B1-6F39A8E3486B}" destId="{40C389AC-34B1-4AAD-82A4-02B00146E9E5}" srcOrd="0" destOrd="0" parTransId="{5EFE01AA-0468-45E4-95DB-2D39CAC0F70C}" sibTransId="{FC3A35F3-666C-4F5F-81EE-568CB21E5656}"/>
    <dgm:cxn modelId="{C05233AF-6DB3-41BD-A7ED-4B0EC9FC1692}" type="presOf" srcId="{90135FDD-F762-4471-A394-0282F7E7775E}" destId="{137F7701-CE70-441B-9D4D-E6C0FA9FB381}" srcOrd="0" destOrd="0" presId="urn:microsoft.com/office/officeart/2018/2/layout/IconVerticalSolidList"/>
    <dgm:cxn modelId="{EBBEADB4-C26A-4A71-AE68-64FF1CC88373}" type="presOf" srcId="{4293759B-8043-4516-88C4-E3A9A1B74778}" destId="{7A38A738-D482-4C89-8D29-A3339231F185}" srcOrd="0" destOrd="2" presId="urn:microsoft.com/office/officeart/2018/2/layout/IconVerticalSolidList"/>
    <dgm:cxn modelId="{3BA76D39-DEE1-49BF-86F8-8CD315A6E09A}" type="presParOf" srcId="{E968558E-A78F-4A67-A82C-58F4BDAE14B5}" destId="{D127644C-156C-46DB-810A-1C503BEF48D5}" srcOrd="0" destOrd="0" presId="urn:microsoft.com/office/officeart/2018/2/layout/IconVerticalSolidList"/>
    <dgm:cxn modelId="{DF7E8769-C7EA-4777-ABD9-3DA204738DA3}" type="presParOf" srcId="{D127644C-156C-46DB-810A-1C503BEF48D5}" destId="{91B2F4FA-F59A-44CD-A866-289D72935E54}" srcOrd="0" destOrd="0" presId="urn:microsoft.com/office/officeart/2018/2/layout/IconVerticalSolidList"/>
    <dgm:cxn modelId="{205A8204-892E-4B92-BF22-EA04BF1F863D}" type="presParOf" srcId="{D127644C-156C-46DB-810A-1C503BEF48D5}" destId="{7CE93E52-1D3D-4F69-B19A-98EBB79A1BD8}" srcOrd="1" destOrd="0" presId="urn:microsoft.com/office/officeart/2018/2/layout/IconVerticalSolidList"/>
    <dgm:cxn modelId="{2E5F9B6F-C4E0-450C-A7BD-BC9F25D991CE}" type="presParOf" srcId="{D127644C-156C-46DB-810A-1C503BEF48D5}" destId="{24CBBD16-5E9F-44BF-ACC4-F1AC8A9C2C18}" srcOrd="2" destOrd="0" presId="urn:microsoft.com/office/officeart/2018/2/layout/IconVerticalSolidList"/>
    <dgm:cxn modelId="{989A7327-17EF-41CD-9D33-582D7E7EE2CD}" type="presParOf" srcId="{D127644C-156C-46DB-810A-1C503BEF48D5}" destId="{87135E94-1B09-4AE0-ADB6-16F212AE3EEF}" srcOrd="3" destOrd="0" presId="urn:microsoft.com/office/officeart/2018/2/layout/IconVerticalSolidList"/>
    <dgm:cxn modelId="{DADB161C-8B14-494B-A98B-9247B489A0C7}" type="presParOf" srcId="{D127644C-156C-46DB-810A-1C503BEF48D5}" destId="{A5EA6CA0-AAA0-4705-9A6A-FB43C3C2208D}" srcOrd="4" destOrd="0" presId="urn:microsoft.com/office/officeart/2018/2/layout/IconVerticalSolidList"/>
    <dgm:cxn modelId="{92151137-D57E-478D-9B95-C96790BC8C2B}" type="presParOf" srcId="{E968558E-A78F-4A67-A82C-58F4BDAE14B5}" destId="{EC5A3FF4-357B-4993-B32C-2457C2F5754D}" srcOrd="1" destOrd="0" presId="urn:microsoft.com/office/officeart/2018/2/layout/IconVerticalSolidList"/>
    <dgm:cxn modelId="{BDBFB7CE-2D66-4139-9DE0-129AE1181004}" type="presParOf" srcId="{E968558E-A78F-4A67-A82C-58F4BDAE14B5}" destId="{3CFB1381-50CB-483B-BA92-227D44244655}" srcOrd="2" destOrd="0" presId="urn:microsoft.com/office/officeart/2018/2/layout/IconVerticalSolidList"/>
    <dgm:cxn modelId="{6BEAB41F-9428-403D-A2F8-CA426B61CB23}" type="presParOf" srcId="{3CFB1381-50CB-483B-BA92-227D44244655}" destId="{240B8FEF-2CAB-44F6-80C5-895E2CAB50AF}" srcOrd="0" destOrd="0" presId="urn:microsoft.com/office/officeart/2018/2/layout/IconVerticalSolidList"/>
    <dgm:cxn modelId="{949C178B-8CE5-4946-A6EE-606C9877837B}" type="presParOf" srcId="{3CFB1381-50CB-483B-BA92-227D44244655}" destId="{17F4154F-ADBF-41DD-8BE3-B0A13D2538AC}" srcOrd="1" destOrd="0" presId="urn:microsoft.com/office/officeart/2018/2/layout/IconVerticalSolidList"/>
    <dgm:cxn modelId="{6C9ABA24-D4A9-4F94-B258-2A8B3B05221F}" type="presParOf" srcId="{3CFB1381-50CB-483B-BA92-227D44244655}" destId="{74280FC7-2529-4D0F-860A-EC9C0CBE3447}" srcOrd="2" destOrd="0" presId="urn:microsoft.com/office/officeart/2018/2/layout/IconVerticalSolidList"/>
    <dgm:cxn modelId="{52D83122-BDCA-48D2-8278-280223582C73}" type="presParOf" srcId="{3CFB1381-50CB-483B-BA92-227D44244655}" destId="{137F7701-CE70-441B-9D4D-E6C0FA9FB381}" srcOrd="3" destOrd="0" presId="urn:microsoft.com/office/officeart/2018/2/layout/IconVerticalSolidList"/>
    <dgm:cxn modelId="{C2179F48-F163-48DE-BAC9-0B184D01A444}" type="presParOf" srcId="{3CFB1381-50CB-483B-BA92-227D44244655}" destId="{7A38A738-D482-4C89-8D29-A3339231F18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994954-807A-4126-996B-AB817224454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5674C3-B788-43E9-9F31-3034D1FC8D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Simulation to test the viability of the Theory</a:t>
          </a:r>
          <a:endParaRPr lang="en-US"/>
        </a:p>
      </dgm:t>
    </dgm:pt>
    <dgm:pt modelId="{73838411-BE48-447D-B79E-B95B8AF5AEFA}" type="parTrans" cxnId="{98142627-A710-4B2A-80E0-CEEB49F2327D}">
      <dgm:prSet/>
      <dgm:spPr/>
      <dgm:t>
        <a:bodyPr/>
        <a:lstStyle/>
        <a:p>
          <a:endParaRPr lang="en-US"/>
        </a:p>
      </dgm:t>
    </dgm:pt>
    <dgm:pt modelId="{24AAB0D7-3F2D-49CE-B7D0-E084C474CD1D}" type="sibTrans" cxnId="{98142627-A710-4B2A-80E0-CEEB49F232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293AF2-3918-4A15-884C-69BB86EB5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Fixed-time vs adaptive</a:t>
          </a:r>
          <a:endParaRPr lang="en-US"/>
        </a:p>
      </dgm:t>
    </dgm:pt>
    <dgm:pt modelId="{3A89D74C-BCB9-4FFA-886A-E79AFE9BC6E6}" type="parTrans" cxnId="{50E81649-DB23-4185-83F1-AE05CCC5DD06}">
      <dgm:prSet/>
      <dgm:spPr/>
      <dgm:t>
        <a:bodyPr/>
        <a:lstStyle/>
        <a:p>
          <a:endParaRPr lang="en-US"/>
        </a:p>
      </dgm:t>
    </dgm:pt>
    <dgm:pt modelId="{37458D4A-0754-48C3-9C6A-56304870983A}" type="sibTrans" cxnId="{50E81649-DB23-4185-83F1-AE05CCC5DD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80732D-B4AB-4724-9CD2-C4A8396382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Measure Waiting time, idle time for each car</a:t>
          </a:r>
          <a:endParaRPr lang="en-US"/>
        </a:p>
      </dgm:t>
    </dgm:pt>
    <dgm:pt modelId="{82D8E548-7607-4ED0-BFDA-167258382D81}" type="parTrans" cxnId="{56B4A89C-3EE3-4195-809C-FE8D80A0C580}">
      <dgm:prSet/>
      <dgm:spPr/>
      <dgm:t>
        <a:bodyPr/>
        <a:lstStyle/>
        <a:p>
          <a:endParaRPr lang="en-US"/>
        </a:p>
      </dgm:t>
    </dgm:pt>
    <dgm:pt modelId="{81743746-D8E9-401F-8425-29B3653BA571}" type="sibTrans" cxnId="{56B4A89C-3EE3-4195-809C-FE8D80A0C5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D27D5F-EFA1-7E40-B011-9E5DF6118D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Measure Intersection Throughput, Queue Length</a:t>
          </a:r>
          <a:endParaRPr lang="en-US"/>
        </a:p>
      </dgm:t>
    </dgm:pt>
    <dgm:pt modelId="{922CB63B-4388-BD46-ABA8-DE2E5CAC35CE}" type="parTrans" cxnId="{D86FF67D-B579-5540-910B-4055406B6088}">
      <dgm:prSet/>
      <dgm:spPr/>
      <dgm:t>
        <a:bodyPr/>
        <a:lstStyle/>
        <a:p>
          <a:endParaRPr lang="en-US"/>
        </a:p>
      </dgm:t>
    </dgm:pt>
    <dgm:pt modelId="{6046EAD5-EDEF-DB49-97A6-6658456F9EF1}" type="sibTrans" cxnId="{D86FF67D-B579-5540-910B-4055406B6088}">
      <dgm:prSet/>
      <dgm:spPr/>
      <dgm:t>
        <a:bodyPr/>
        <a:lstStyle/>
        <a:p>
          <a:endParaRPr lang="en-US"/>
        </a:p>
      </dgm:t>
    </dgm:pt>
    <dgm:pt modelId="{0C25FBF8-845D-4527-A389-925005284749}" type="pres">
      <dgm:prSet presAssocID="{3A994954-807A-4126-996B-AB817224454F}" presName="root" presStyleCnt="0">
        <dgm:presLayoutVars>
          <dgm:dir/>
          <dgm:resizeHandles val="exact"/>
        </dgm:presLayoutVars>
      </dgm:prSet>
      <dgm:spPr/>
    </dgm:pt>
    <dgm:pt modelId="{FFC27DDE-EB07-4A12-83B4-3309EBF4A4B7}" type="pres">
      <dgm:prSet presAssocID="{6F5674C3-B788-43E9-9F31-3034D1FC8D07}" presName="compNode" presStyleCnt="0"/>
      <dgm:spPr/>
    </dgm:pt>
    <dgm:pt modelId="{4BB39696-EA3D-4223-94FB-09D5A21B47A4}" type="pres">
      <dgm:prSet presAssocID="{6F5674C3-B788-43E9-9F31-3034D1FC8D07}" presName="bgRect" presStyleLbl="bgShp" presStyleIdx="0" presStyleCnt="4"/>
      <dgm:spPr/>
    </dgm:pt>
    <dgm:pt modelId="{66CB3612-2C46-4419-A85C-9790CD0A9BE4}" type="pres">
      <dgm:prSet presAssocID="{6F5674C3-B788-43E9-9F31-3034D1FC8D07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E1ADF1-508A-44DF-A077-BD163D039A87}" type="pres">
      <dgm:prSet presAssocID="{6F5674C3-B788-43E9-9F31-3034D1FC8D07}" presName="spaceRect" presStyleCnt="0"/>
      <dgm:spPr/>
    </dgm:pt>
    <dgm:pt modelId="{C10E61D5-D2D5-4698-B0F1-2282B5F5CE56}" type="pres">
      <dgm:prSet presAssocID="{6F5674C3-B788-43E9-9F31-3034D1FC8D07}" presName="parTx" presStyleLbl="revTx" presStyleIdx="0" presStyleCnt="4">
        <dgm:presLayoutVars>
          <dgm:chMax val="0"/>
          <dgm:chPref val="0"/>
        </dgm:presLayoutVars>
      </dgm:prSet>
      <dgm:spPr/>
    </dgm:pt>
    <dgm:pt modelId="{628F2707-5358-4FBB-B0FE-74152ECB8E66}" type="pres">
      <dgm:prSet presAssocID="{24AAB0D7-3F2D-49CE-B7D0-E084C474CD1D}" presName="sibTrans" presStyleCnt="0"/>
      <dgm:spPr/>
    </dgm:pt>
    <dgm:pt modelId="{2121DB6A-664D-454D-A3B4-C49EB87D9AF5}" type="pres">
      <dgm:prSet presAssocID="{13293AF2-3918-4A15-884C-69BB86EB53D4}" presName="compNode" presStyleCnt="0"/>
      <dgm:spPr/>
    </dgm:pt>
    <dgm:pt modelId="{C23A5063-BF92-46E4-A3F7-C286574CD32B}" type="pres">
      <dgm:prSet presAssocID="{13293AF2-3918-4A15-884C-69BB86EB53D4}" presName="bgRect" presStyleLbl="bgShp" presStyleIdx="1" presStyleCnt="4"/>
      <dgm:spPr/>
    </dgm:pt>
    <dgm:pt modelId="{2F24DF46-7114-4834-BE9F-E49CED992A10}" type="pres">
      <dgm:prSet presAssocID="{13293AF2-3918-4A15-884C-69BB86EB53D4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51AEFD85-854B-432D-BEBF-BC122F731458}" type="pres">
      <dgm:prSet presAssocID="{13293AF2-3918-4A15-884C-69BB86EB53D4}" presName="spaceRect" presStyleCnt="0"/>
      <dgm:spPr/>
    </dgm:pt>
    <dgm:pt modelId="{24CA01EE-09AF-448A-A391-3D25F840743E}" type="pres">
      <dgm:prSet presAssocID="{13293AF2-3918-4A15-884C-69BB86EB53D4}" presName="parTx" presStyleLbl="revTx" presStyleIdx="1" presStyleCnt="4">
        <dgm:presLayoutVars>
          <dgm:chMax val="0"/>
          <dgm:chPref val="0"/>
        </dgm:presLayoutVars>
      </dgm:prSet>
      <dgm:spPr/>
    </dgm:pt>
    <dgm:pt modelId="{C31520B4-8EC1-4D95-9CC5-0A946928FF3F}" type="pres">
      <dgm:prSet presAssocID="{37458D4A-0754-48C3-9C6A-56304870983A}" presName="sibTrans" presStyleCnt="0"/>
      <dgm:spPr/>
    </dgm:pt>
    <dgm:pt modelId="{F2EC790B-073B-43B4-A5BE-16CBB2245C5A}" type="pres">
      <dgm:prSet presAssocID="{8480732D-B4AB-4724-9CD2-C4A83963828C}" presName="compNode" presStyleCnt="0"/>
      <dgm:spPr/>
    </dgm:pt>
    <dgm:pt modelId="{4B0F8939-D25D-4A23-92E4-37CA70419D31}" type="pres">
      <dgm:prSet presAssocID="{8480732D-B4AB-4724-9CD2-C4A83963828C}" presName="bgRect" presStyleLbl="bgShp" presStyleIdx="2" presStyleCnt="4"/>
      <dgm:spPr/>
    </dgm:pt>
    <dgm:pt modelId="{14433448-17FD-45A0-9BD1-A88AEA39EC05}" type="pres">
      <dgm:prSet presAssocID="{8480732D-B4AB-4724-9CD2-C4A8396382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841F2951-87CD-46F1-B853-1876D96EBC1F}" type="pres">
      <dgm:prSet presAssocID="{8480732D-B4AB-4724-9CD2-C4A83963828C}" presName="spaceRect" presStyleCnt="0"/>
      <dgm:spPr/>
    </dgm:pt>
    <dgm:pt modelId="{66E3CC8D-D91C-4DB5-9F71-4ACAF7F95917}" type="pres">
      <dgm:prSet presAssocID="{8480732D-B4AB-4724-9CD2-C4A83963828C}" presName="parTx" presStyleLbl="revTx" presStyleIdx="2" presStyleCnt="4">
        <dgm:presLayoutVars>
          <dgm:chMax val="0"/>
          <dgm:chPref val="0"/>
        </dgm:presLayoutVars>
      </dgm:prSet>
      <dgm:spPr/>
    </dgm:pt>
    <dgm:pt modelId="{9CEAD5D1-212F-4F6E-AE87-7D0A2B1C8F29}" type="pres">
      <dgm:prSet presAssocID="{81743746-D8E9-401F-8425-29B3653BA571}" presName="sibTrans" presStyleCnt="0"/>
      <dgm:spPr/>
    </dgm:pt>
    <dgm:pt modelId="{9B8355E1-97B4-4C53-9741-50E236C70DA0}" type="pres">
      <dgm:prSet presAssocID="{9CD27D5F-EFA1-7E40-B011-9E5DF6118DEF}" presName="compNode" presStyleCnt="0"/>
      <dgm:spPr/>
    </dgm:pt>
    <dgm:pt modelId="{ADFB8619-2BE9-4206-983C-8BB1B18B2E4E}" type="pres">
      <dgm:prSet presAssocID="{9CD27D5F-EFA1-7E40-B011-9E5DF6118DEF}" presName="bgRect" presStyleLbl="bgShp" presStyleIdx="3" presStyleCnt="4"/>
      <dgm:spPr/>
    </dgm:pt>
    <dgm:pt modelId="{0398F499-304E-4AC5-9756-25B70110F2B4}" type="pres">
      <dgm:prSet presAssocID="{9CD27D5F-EFA1-7E40-B011-9E5DF6118DEF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CD3099AA-ABF4-4640-ABCF-89A9C26DA42A}" type="pres">
      <dgm:prSet presAssocID="{9CD27D5F-EFA1-7E40-B011-9E5DF6118DEF}" presName="spaceRect" presStyleCnt="0"/>
      <dgm:spPr/>
    </dgm:pt>
    <dgm:pt modelId="{C3720F79-6C2B-481D-8C39-C8786CAE5E77}" type="pres">
      <dgm:prSet presAssocID="{9CD27D5F-EFA1-7E40-B011-9E5DF6118D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DF4A90D-027A-C748-A15F-02B57A17E3C5}" type="presOf" srcId="{3A994954-807A-4126-996B-AB817224454F}" destId="{0C25FBF8-845D-4527-A389-925005284749}" srcOrd="0" destOrd="0" presId="urn:microsoft.com/office/officeart/2018/2/layout/IconVerticalSolidList"/>
    <dgm:cxn modelId="{98142627-A710-4B2A-80E0-CEEB49F2327D}" srcId="{3A994954-807A-4126-996B-AB817224454F}" destId="{6F5674C3-B788-43E9-9F31-3034D1FC8D07}" srcOrd="0" destOrd="0" parTransId="{73838411-BE48-447D-B79E-B95B8AF5AEFA}" sibTransId="{24AAB0D7-3F2D-49CE-B7D0-E084C474CD1D}"/>
    <dgm:cxn modelId="{7BE5A045-73EB-9C49-BEFF-9FE8D6BDD35E}" type="presOf" srcId="{6F5674C3-B788-43E9-9F31-3034D1FC8D07}" destId="{C10E61D5-D2D5-4698-B0F1-2282B5F5CE56}" srcOrd="0" destOrd="0" presId="urn:microsoft.com/office/officeart/2018/2/layout/IconVerticalSolidList"/>
    <dgm:cxn modelId="{50E81649-DB23-4185-83F1-AE05CCC5DD06}" srcId="{3A994954-807A-4126-996B-AB817224454F}" destId="{13293AF2-3918-4A15-884C-69BB86EB53D4}" srcOrd="1" destOrd="0" parTransId="{3A89D74C-BCB9-4FFA-886A-E79AFE9BC6E6}" sibTransId="{37458D4A-0754-48C3-9C6A-56304870983A}"/>
    <dgm:cxn modelId="{408AB165-E057-6E42-A511-A4B5E5070363}" type="presOf" srcId="{9CD27D5F-EFA1-7E40-B011-9E5DF6118DEF}" destId="{C3720F79-6C2B-481D-8C39-C8786CAE5E77}" srcOrd="0" destOrd="0" presId="urn:microsoft.com/office/officeart/2018/2/layout/IconVerticalSolidList"/>
    <dgm:cxn modelId="{D86FF67D-B579-5540-910B-4055406B6088}" srcId="{3A994954-807A-4126-996B-AB817224454F}" destId="{9CD27D5F-EFA1-7E40-B011-9E5DF6118DEF}" srcOrd="3" destOrd="0" parTransId="{922CB63B-4388-BD46-ABA8-DE2E5CAC35CE}" sibTransId="{6046EAD5-EDEF-DB49-97A6-6658456F9EF1}"/>
    <dgm:cxn modelId="{56B4A89C-3EE3-4195-809C-FE8D80A0C580}" srcId="{3A994954-807A-4126-996B-AB817224454F}" destId="{8480732D-B4AB-4724-9CD2-C4A83963828C}" srcOrd="2" destOrd="0" parTransId="{82D8E548-7607-4ED0-BFDA-167258382D81}" sibTransId="{81743746-D8E9-401F-8425-29B3653BA571}"/>
    <dgm:cxn modelId="{D2149AC7-4452-1C40-B198-808515B33A89}" type="presOf" srcId="{13293AF2-3918-4A15-884C-69BB86EB53D4}" destId="{24CA01EE-09AF-448A-A391-3D25F840743E}" srcOrd="0" destOrd="0" presId="urn:microsoft.com/office/officeart/2018/2/layout/IconVerticalSolidList"/>
    <dgm:cxn modelId="{895B2DF9-A156-D44D-9E43-2C8B03549ED5}" type="presOf" srcId="{8480732D-B4AB-4724-9CD2-C4A83963828C}" destId="{66E3CC8D-D91C-4DB5-9F71-4ACAF7F95917}" srcOrd="0" destOrd="0" presId="urn:microsoft.com/office/officeart/2018/2/layout/IconVerticalSolidList"/>
    <dgm:cxn modelId="{45B0E2A8-76C9-634D-A168-70CB82B032FD}" type="presParOf" srcId="{0C25FBF8-845D-4527-A389-925005284749}" destId="{FFC27DDE-EB07-4A12-83B4-3309EBF4A4B7}" srcOrd="0" destOrd="0" presId="urn:microsoft.com/office/officeart/2018/2/layout/IconVerticalSolidList"/>
    <dgm:cxn modelId="{F9555364-58EC-4D4A-8AE5-C3D04FA0FCD6}" type="presParOf" srcId="{FFC27DDE-EB07-4A12-83B4-3309EBF4A4B7}" destId="{4BB39696-EA3D-4223-94FB-09D5A21B47A4}" srcOrd="0" destOrd="0" presId="urn:microsoft.com/office/officeart/2018/2/layout/IconVerticalSolidList"/>
    <dgm:cxn modelId="{9E996629-213A-B44A-B8E6-30841470FAAB}" type="presParOf" srcId="{FFC27DDE-EB07-4A12-83B4-3309EBF4A4B7}" destId="{66CB3612-2C46-4419-A85C-9790CD0A9BE4}" srcOrd="1" destOrd="0" presId="urn:microsoft.com/office/officeart/2018/2/layout/IconVerticalSolidList"/>
    <dgm:cxn modelId="{2552976A-E7E2-E544-915D-21F591A63EAE}" type="presParOf" srcId="{FFC27DDE-EB07-4A12-83B4-3309EBF4A4B7}" destId="{BCE1ADF1-508A-44DF-A077-BD163D039A87}" srcOrd="2" destOrd="0" presId="urn:microsoft.com/office/officeart/2018/2/layout/IconVerticalSolidList"/>
    <dgm:cxn modelId="{3EB32129-BFE0-6A4A-81B3-0B955A9F02A8}" type="presParOf" srcId="{FFC27DDE-EB07-4A12-83B4-3309EBF4A4B7}" destId="{C10E61D5-D2D5-4698-B0F1-2282B5F5CE56}" srcOrd="3" destOrd="0" presId="urn:microsoft.com/office/officeart/2018/2/layout/IconVerticalSolidList"/>
    <dgm:cxn modelId="{A2455ADD-EF9C-5440-B736-E2FBFA4BD08E}" type="presParOf" srcId="{0C25FBF8-845D-4527-A389-925005284749}" destId="{628F2707-5358-4FBB-B0FE-74152ECB8E66}" srcOrd="1" destOrd="0" presId="urn:microsoft.com/office/officeart/2018/2/layout/IconVerticalSolidList"/>
    <dgm:cxn modelId="{A46CDED2-5A32-2E4F-A469-B66F2E71C97F}" type="presParOf" srcId="{0C25FBF8-845D-4527-A389-925005284749}" destId="{2121DB6A-664D-454D-A3B4-C49EB87D9AF5}" srcOrd="2" destOrd="0" presId="urn:microsoft.com/office/officeart/2018/2/layout/IconVerticalSolidList"/>
    <dgm:cxn modelId="{F1054464-ED4F-3845-AA09-B38B107C4322}" type="presParOf" srcId="{2121DB6A-664D-454D-A3B4-C49EB87D9AF5}" destId="{C23A5063-BF92-46E4-A3F7-C286574CD32B}" srcOrd="0" destOrd="0" presId="urn:microsoft.com/office/officeart/2018/2/layout/IconVerticalSolidList"/>
    <dgm:cxn modelId="{51583835-7B0A-F94A-B3F2-F1ADC4BA34C5}" type="presParOf" srcId="{2121DB6A-664D-454D-A3B4-C49EB87D9AF5}" destId="{2F24DF46-7114-4834-BE9F-E49CED992A10}" srcOrd="1" destOrd="0" presId="urn:microsoft.com/office/officeart/2018/2/layout/IconVerticalSolidList"/>
    <dgm:cxn modelId="{C407724C-7702-974C-950F-F85D4D0FD0A4}" type="presParOf" srcId="{2121DB6A-664D-454D-A3B4-C49EB87D9AF5}" destId="{51AEFD85-854B-432D-BEBF-BC122F731458}" srcOrd="2" destOrd="0" presId="urn:microsoft.com/office/officeart/2018/2/layout/IconVerticalSolidList"/>
    <dgm:cxn modelId="{BCA942CA-5058-6A4A-8D93-4E690FE2706F}" type="presParOf" srcId="{2121DB6A-664D-454D-A3B4-C49EB87D9AF5}" destId="{24CA01EE-09AF-448A-A391-3D25F840743E}" srcOrd="3" destOrd="0" presId="urn:microsoft.com/office/officeart/2018/2/layout/IconVerticalSolidList"/>
    <dgm:cxn modelId="{E7DA596A-BC21-B942-94EF-A78EB6CA6EC0}" type="presParOf" srcId="{0C25FBF8-845D-4527-A389-925005284749}" destId="{C31520B4-8EC1-4D95-9CC5-0A946928FF3F}" srcOrd="3" destOrd="0" presId="urn:microsoft.com/office/officeart/2018/2/layout/IconVerticalSolidList"/>
    <dgm:cxn modelId="{C4FCFEDE-8C27-B249-8D3F-7AD3602D38DF}" type="presParOf" srcId="{0C25FBF8-845D-4527-A389-925005284749}" destId="{F2EC790B-073B-43B4-A5BE-16CBB2245C5A}" srcOrd="4" destOrd="0" presId="urn:microsoft.com/office/officeart/2018/2/layout/IconVerticalSolidList"/>
    <dgm:cxn modelId="{FF9AB7BD-2FCE-DF46-997E-C9BE88A30E47}" type="presParOf" srcId="{F2EC790B-073B-43B4-A5BE-16CBB2245C5A}" destId="{4B0F8939-D25D-4A23-92E4-37CA70419D31}" srcOrd="0" destOrd="0" presId="urn:microsoft.com/office/officeart/2018/2/layout/IconVerticalSolidList"/>
    <dgm:cxn modelId="{EA09445A-D203-A644-9B8F-10631AEF2321}" type="presParOf" srcId="{F2EC790B-073B-43B4-A5BE-16CBB2245C5A}" destId="{14433448-17FD-45A0-9BD1-A88AEA39EC05}" srcOrd="1" destOrd="0" presId="urn:microsoft.com/office/officeart/2018/2/layout/IconVerticalSolidList"/>
    <dgm:cxn modelId="{CAF6B5DE-80AA-7D4A-820F-E4ADEFEB2EEE}" type="presParOf" srcId="{F2EC790B-073B-43B4-A5BE-16CBB2245C5A}" destId="{841F2951-87CD-46F1-B853-1876D96EBC1F}" srcOrd="2" destOrd="0" presId="urn:microsoft.com/office/officeart/2018/2/layout/IconVerticalSolidList"/>
    <dgm:cxn modelId="{C86DD615-84F2-2941-8EFC-9A63AFD1A80F}" type="presParOf" srcId="{F2EC790B-073B-43B4-A5BE-16CBB2245C5A}" destId="{66E3CC8D-D91C-4DB5-9F71-4ACAF7F95917}" srcOrd="3" destOrd="0" presId="urn:microsoft.com/office/officeart/2018/2/layout/IconVerticalSolidList"/>
    <dgm:cxn modelId="{89BDCD22-8829-9748-88C0-58BC1B62C496}" type="presParOf" srcId="{0C25FBF8-845D-4527-A389-925005284749}" destId="{9CEAD5D1-212F-4F6E-AE87-7D0A2B1C8F29}" srcOrd="5" destOrd="0" presId="urn:microsoft.com/office/officeart/2018/2/layout/IconVerticalSolidList"/>
    <dgm:cxn modelId="{2E101C0D-80CD-F54D-8B0D-DE1E31794BCD}" type="presParOf" srcId="{0C25FBF8-845D-4527-A389-925005284749}" destId="{9B8355E1-97B4-4C53-9741-50E236C70DA0}" srcOrd="6" destOrd="0" presId="urn:microsoft.com/office/officeart/2018/2/layout/IconVerticalSolidList"/>
    <dgm:cxn modelId="{94C1D03E-8C5A-D245-9397-350CEE8D79F0}" type="presParOf" srcId="{9B8355E1-97B4-4C53-9741-50E236C70DA0}" destId="{ADFB8619-2BE9-4206-983C-8BB1B18B2E4E}" srcOrd="0" destOrd="0" presId="urn:microsoft.com/office/officeart/2018/2/layout/IconVerticalSolidList"/>
    <dgm:cxn modelId="{D0C646A8-60F0-7F4F-AEE2-ED16B3C1C958}" type="presParOf" srcId="{9B8355E1-97B4-4C53-9741-50E236C70DA0}" destId="{0398F499-304E-4AC5-9756-25B70110F2B4}" srcOrd="1" destOrd="0" presId="urn:microsoft.com/office/officeart/2018/2/layout/IconVerticalSolidList"/>
    <dgm:cxn modelId="{85634036-747B-E74E-8C36-460008A3B26B}" type="presParOf" srcId="{9B8355E1-97B4-4C53-9741-50E236C70DA0}" destId="{CD3099AA-ABF4-4640-ABCF-89A9C26DA42A}" srcOrd="2" destOrd="0" presId="urn:microsoft.com/office/officeart/2018/2/layout/IconVerticalSolidList"/>
    <dgm:cxn modelId="{6230DF46-86F3-B54C-9776-3ADBDDBF58C6}" type="presParOf" srcId="{9B8355E1-97B4-4C53-9741-50E236C70DA0}" destId="{C3720F79-6C2B-481D-8C39-C8786CAE5E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CB4B2C-49CE-4808-A632-4AA1FA282A7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B1D8E2-D66A-4193-BBEF-4B86ED53A0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C++</a:t>
          </a:r>
        </a:p>
      </dgm:t>
    </dgm:pt>
    <dgm:pt modelId="{94FB0674-30D4-45CF-A47D-B93061002B4C}" type="parTrans" cxnId="{1DF43663-241E-4872-B6BD-ABBFAC1CCCEF}">
      <dgm:prSet/>
      <dgm:spPr/>
      <dgm:t>
        <a:bodyPr/>
        <a:lstStyle/>
        <a:p>
          <a:endParaRPr lang="en-US"/>
        </a:p>
      </dgm:t>
    </dgm:pt>
    <dgm:pt modelId="{A0E5366F-F157-49D1-B44C-39E530730AFE}" type="sibTrans" cxnId="{1DF43663-241E-4872-B6BD-ABBFAC1CCCEF}">
      <dgm:prSet/>
      <dgm:spPr/>
      <dgm:t>
        <a:bodyPr/>
        <a:lstStyle/>
        <a:p>
          <a:endParaRPr lang="en-US"/>
        </a:p>
      </dgm:t>
    </dgm:pt>
    <dgm:pt modelId="{837A89E6-17DF-4036-8050-43FD1313D9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GUI</a:t>
          </a:r>
        </a:p>
      </dgm:t>
    </dgm:pt>
    <dgm:pt modelId="{C8522052-9166-4D87-A883-17CC5D105F77}" type="parTrans" cxnId="{54301EF5-2C8F-45B7-BEE0-F83ED815082B}">
      <dgm:prSet/>
      <dgm:spPr/>
      <dgm:t>
        <a:bodyPr/>
        <a:lstStyle/>
        <a:p>
          <a:endParaRPr lang="en-US"/>
        </a:p>
      </dgm:t>
    </dgm:pt>
    <dgm:pt modelId="{86F427AF-0864-4409-9DB2-BED92BFC5490}" type="sibTrans" cxnId="{54301EF5-2C8F-45B7-BEE0-F83ED815082B}">
      <dgm:prSet/>
      <dgm:spPr/>
      <dgm:t>
        <a:bodyPr/>
        <a:lstStyle/>
        <a:p>
          <a:endParaRPr lang="en-US"/>
        </a:p>
      </dgm:t>
    </dgm:pt>
    <dgm:pt modelId="{3E3A16B5-8AFD-4CFB-AF80-8922675FB3F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Modular Design</a:t>
          </a:r>
        </a:p>
      </dgm:t>
    </dgm:pt>
    <dgm:pt modelId="{47E1E6EE-FD97-4B42-974B-58BA8AD1997D}" type="parTrans" cxnId="{7E9C7F5C-1E37-48B8-88BE-52F75A7F39DE}">
      <dgm:prSet/>
      <dgm:spPr/>
      <dgm:t>
        <a:bodyPr/>
        <a:lstStyle/>
        <a:p>
          <a:endParaRPr lang="en-US"/>
        </a:p>
      </dgm:t>
    </dgm:pt>
    <dgm:pt modelId="{EC8BD110-C97E-46AF-A85A-5F55823C9DAE}" type="sibTrans" cxnId="{7E9C7F5C-1E37-48B8-88BE-52F75A7F39DE}">
      <dgm:prSet/>
      <dgm:spPr/>
      <dgm:t>
        <a:bodyPr/>
        <a:lstStyle/>
        <a:p>
          <a:endParaRPr lang="en-US"/>
        </a:p>
      </dgm:t>
    </dgm:pt>
    <dgm:pt modelId="{8E71ABDA-1A5A-D24F-949D-09C886646DF5}" type="pres">
      <dgm:prSet presAssocID="{4BCB4B2C-49CE-4808-A632-4AA1FA282A7C}" presName="Name0" presStyleCnt="0">
        <dgm:presLayoutVars>
          <dgm:chMax/>
          <dgm:chPref/>
          <dgm:dir/>
          <dgm:animLvl val="lvl"/>
        </dgm:presLayoutVars>
      </dgm:prSet>
      <dgm:spPr/>
    </dgm:pt>
    <dgm:pt modelId="{F5E89D6E-C53F-A048-BC0B-93B5DB4E2D6A}" type="pres">
      <dgm:prSet presAssocID="{BCB1D8E2-D66A-4193-BBEF-4B86ED53A0A0}" presName="composite" presStyleCnt="0"/>
      <dgm:spPr/>
    </dgm:pt>
    <dgm:pt modelId="{81000F37-9E9E-8D4B-8F30-54C21DE320A0}" type="pres">
      <dgm:prSet presAssocID="{BCB1D8E2-D66A-4193-BBEF-4B86ED53A0A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7EA54EED-8C04-6A43-9495-8B90F70E9731}" type="pres">
      <dgm:prSet presAssocID="{BCB1D8E2-D66A-4193-BBEF-4B86ED53A0A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72DEA51-7F86-2144-A175-550FD1186FF5}" type="pres">
      <dgm:prSet presAssocID="{BCB1D8E2-D66A-4193-BBEF-4B86ED53A0A0}" presName="BalanceSpacing" presStyleCnt="0"/>
      <dgm:spPr/>
    </dgm:pt>
    <dgm:pt modelId="{4CC6C953-3379-A04F-B7C5-0EB3A2943328}" type="pres">
      <dgm:prSet presAssocID="{BCB1D8E2-D66A-4193-BBEF-4B86ED53A0A0}" presName="BalanceSpacing1" presStyleCnt="0"/>
      <dgm:spPr/>
    </dgm:pt>
    <dgm:pt modelId="{28BF58CE-8F84-4845-89BA-F4F08DA9F9B5}" type="pres">
      <dgm:prSet presAssocID="{A0E5366F-F157-49D1-B44C-39E530730AFE}" presName="Accent1Text" presStyleLbl="node1" presStyleIdx="1" presStyleCnt="6"/>
      <dgm:spPr/>
    </dgm:pt>
    <dgm:pt modelId="{5F29F90A-B86A-ED48-A2F5-79083C8A554D}" type="pres">
      <dgm:prSet presAssocID="{A0E5366F-F157-49D1-B44C-39E530730AFE}" presName="spaceBetweenRectangles" presStyleCnt="0"/>
      <dgm:spPr/>
    </dgm:pt>
    <dgm:pt modelId="{B682EE62-E078-424F-A765-953FB53C4952}" type="pres">
      <dgm:prSet presAssocID="{837A89E6-17DF-4036-8050-43FD1313D985}" presName="composite" presStyleCnt="0"/>
      <dgm:spPr/>
    </dgm:pt>
    <dgm:pt modelId="{15FD29EE-93ED-7A4F-8A92-C0C2169BE907}" type="pres">
      <dgm:prSet presAssocID="{837A89E6-17DF-4036-8050-43FD1313D98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C12EFDD-8AC9-2C41-9B39-BD556B0D54EA}" type="pres">
      <dgm:prSet presAssocID="{837A89E6-17DF-4036-8050-43FD1313D98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EEC14D3-F821-FE4C-BD1C-5B62BB9B56DB}" type="pres">
      <dgm:prSet presAssocID="{837A89E6-17DF-4036-8050-43FD1313D985}" presName="BalanceSpacing" presStyleCnt="0"/>
      <dgm:spPr/>
    </dgm:pt>
    <dgm:pt modelId="{CEDBEF14-218E-2249-B70F-7050101CABC6}" type="pres">
      <dgm:prSet presAssocID="{837A89E6-17DF-4036-8050-43FD1313D985}" presName="BalanceSpacing1" presStyleCnt="0"/>
      <dgm:spPr/>
    </dgm:pt>
    <dgm:pt modelId="{D7EAB223-8C5E-2E4A-B40F-C94634CFF235}" type="pres">
      <dgm:prSet presAssocID="{86F427AF-0864-4409-9DB2-BED92BFC5490}" presName="Accent1Text" presStyleLbl="node1" presStyleIdx="3" presStyleCnt="6"/>
      <dgm:spPr/>
    </dgm:pt>
    <dgm:pt modelId="{18A4B67D-E6A3-5248-8476-52C770628303}" type="pres">
      <dgm:prSet presAssocID="{86F427AF-0864-4409-9DB2-BED92BFC5490}" presName="spaceBetweenRectangles" presStyleCnt="0"/>
      <dgm:spPr/>
    </dgm:pt>
    <dgm:pt modelId="{66EAFB43-0198-024D-B207-83FD41304EE4}" type="pres">
      <dgm:prSet presAssocID="{3E3A16B5-8AFD-4CFB-AF80-8922675FB3F2}" presName="composite" presStyleCnt="0"/>
      <dgm:spPr/>
    </dgm:pt>
    <dgm:pt modelId="{1B2B2334-3C6B-3440-8025-EE58A6886EB1}" type="pres">
      <dgm:prSet presAssocID="{3E3A16B5-8AFD-4CFB-AF80-8922675FB3F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2B8E3553-8483-4045-B43E-C363634DBA5D}" type="pres">
      <dgm:prSet presAssocID="{3E3A16B5-8AFD-4CFB-AF80-8922675FB3F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D48ECF4-81F3-A74B-9B34-64A3CA73F8E4}" type="pres">
      <dgm:prSet presAssocID="{3E3A16B5-8AFD-4CFB-AF80-8922675FB3F2}" presName="BalanceSpacing" presStyleCnt="0"/>
      <dgm:spPr/>
    </dgm:pt>
    <dgm:pt modelId="{2FE68253-5E06-254D-BE0C-76F209086639}" type="pres">
      <dgm:prSet presAssocID="{3E3A16B5-8AFD-4CFB-AF80-8922675FB3F2}" presName="BalanceSpacing1" presStyleCnt="0"/>
      <dgm:spPr/>
    </dgm:pt>
    <dgm:pt modelId="{BECD9D3F-F4F2-F24B-9C00-F02391CB483B}" type="pres">
      <dgm:prSet presAssocID="{EC8BD110-C97E-46AF-A85A-5F55823C9DAE}" presName="Accent1Text" presStyleLbl="node1" presStyleIdx="5" presStyleCnt="6"/>
      <dgm:spPr/>
    </dgm:pt>
  </dgm:ptLst>
  <dgm:cxnLst>
    <dgm:cxn modelId="{EB56760A-2DA2-6640-B4A9-1A6AB81A3D33}" type="presOf" srcId="{837A89E6-17DF-4036-8050-43FD1313D985}" destId="{15FD29EE-93ED-7A4F-8A92-C0C2169BE907}" srcOrd="0" destOrd="0" presId="urn:microsoft.com/office/officeart/2008/layout/AlternatingHexagons"/>
    <dgm:cxn modelId="{C2C9CF1C-CE48-1142-B4B5-293541B3B098}" type="presOf" srcId="{3E3A16B5-8AFD-4CFB-AF80-8922675FB3F2}" destId="{1B2B2334-3C6B-3440-8025-EE58A6886EB1}" srcOrd="0" destOrd="0" presId="urn:microsoft.com/office/officeart/2008/layout/AlternatingHexagons"/>
    <dgm:cxn modelId="{7E9C7F5C-1E37-48B8-88BE-52F75A7F39DE}" srcId="{4BCB4B2C-49CE-4808-A632-4AA1FA282A7C}" destId="{3E3A16B5-8AFD-4CFB-AF80-8922675FB3F2}" srcOrd="2" destOrd="0" parTransId="{47E1E6EE-FD97-4B42-974B-58BA8AD1997D}" sibTransId="{EC8BD110-C97E-46AF-A85A-5F55823C9DAE}"/>
    <dgm:cxn modelId="{1DF43663-241E-4872-B6BD-ABBFAC1CCCEF}" srcId="{4BCB4B2C-49CE-4808-A632-4AA1FA282A7C}" destId="{BCB1D8E2-D66A-4193-BBEF-4B86ED53A0A0}" srcOrd="0" destOrd="0" parTransId="{94FB0674-30D4-45CF-A47D-B93061002B4C}" sibTransId="{A0E5366F-F157-49D1-B44C-39E530730AFE}"/>
    <dgm:cxn modelId="{B1806A75-DD00-4F40-8F9D-CDCDA50393EB}" type="presOf" srcId="{A0E5366F-F157-49D1-B44C-39E530730AFE}" destId="{28BF58CE-8F84-4845-89BA-F4F08DA9F9B5}" srcOrd="0" destOrd="0" presId="urn:microsoft.com/office/officeart/2008/layout/AlternatingHexagons"/>
    <dgm:cxn modelId="{EE8F669E-8FBF-904C-B39A-BA400E9171E4}" type="presOf" srcId="{86F427AF-0864-4409-9DB2-BED92BFC5490}" destId="{D7EAB223-8C5E-2E4A-B40F-C94634CFF235}" srcOrd="0" destOrd="0" presId="urn:microsoft.com/office/officeart/2008/layout/AlternatingHexagons"/>
    <dgm:cxn modelId="{2D9877C3-41E1-0249-989B-2C0EA72E4DD0}" type="presOf" srcId="{4BCB4B2C-49CE-4808-A632-4AA1FA282A7C}" destId="{8E71ABDA-1A5A-D24F-949D-09C886646DF5}" srcOrd="0" destOrd="0" presId="urn:microsoft.com/office/officeart/2008/layout/AlternatingHexagons"/>
    <dgm:cxn modelId="{24FFF4E5-A2E1-D842-B206-2215E42E84B0}" type="presOf" srcId="{BCB1D8E2-D66A-4193-BBEF-4B86ED53A0A0}" destId="{81000F37-9E9E-8D4B-8F30-54C21DE320A0}" srcOrd="0" destOrd="0" presId="urn:microsoft.com/office/officeart/2008/layout/AlternatingHexagons"/>
    <dgm:cxn modelId="{A4CBE6E9-B96A-E649-B84A-8CC31140C5C3}" type="presOf" srcId="{EC8BD110-C97E-46AF-A85A-5F55823C9DAE}" destId="{BECD9D3F-F4F2-F24B-9C00-F02391CB483B}" srcOrd="0" destOrd="0" presId="urn:microsoft.com/office/officeart/2008/layout/AlternatingHexagons"/>
    <dgm:cxn modelId="{54301EF5-2C8F-45B7-BEE0-F83ED815082B}" srcId="{4BCB4B2C-49CE-4808-A632-4AA1FA282A7C}" destId="{837A89E6-17DF-4036-8050-43FD1313D985}" srcOrd="1" destOrd="0" parTransId="{C8522052-9166-4D87-A883-17CC5D105F77}" sibTransId="{86F427AF-0864-4409-9DB2-BED92BFC5490}"/>
    <dgm:cxn modelId="{8B9EEF4B-89F7-1A41-92FA-87994C4E27A1}" type="presParOf" srcId="{8E71ABDA-1A5A-D24F-949D-09C886646DF5}" destId="{F5E89D6E-C53F-A048-BC0B-93B5DB4E2D6A}" srcOrd="0" destOrd="0" presId="urn:microsoft.com/office/officeart/2008/layout/AlternatingHexagons"/>
    <dgm:cxn modelId="{FD11DBB2-B583-5C48-A75E-3DEFB0AAE5C8}" type="presParOf" srcId="{F5E89D6E-C53F-A048-BC0B-93B5DB4E2D6A}" destId="{81000F37-9E9E-8D4B-8F30-54C21DE320A0}" srcOrd="0" destOrd="0" presId="urn:microsoft.com/office/officeart/2008/layout/AlternatingHexagons"/>
    <dgm:cxn modelId="{3DEC15E6-4A88-AF40-A93E-051AD3D4AD2C}" type="presParOf" srcId="{F5E89D6E-C53F-A048-BC0B-93B5DB4E2D6A}" destId="{7EA54EED-8C04-6A43-9495-8B90F70E9731}" srcOrd="1" destOrd="0" presId="urn:microsoft.com/office/officeart/2008/layout/AlternatingHexagons"/>
    <dgm:cxn modelId="{8E04C924-0A23-FE47-A7A8-A4D5CBF03F42}" type="presParOf" srcId="{F5E89D6E-C53F-A048-BC0B-93B5DB4E2D6A}" destId="{472DEA51-7F86-2144-A175-550FD1186FF5}" srcOrd="2" destOrd="0" presId="urn:microsoft.com/office/officeart/2008/layout/AlternatingHexagons"/>
    <dgm:cxn modelId="{AD7C14F5-F833-6B46-AC42-E929CECC0983}" type="presParOf" srcId="{F5E89D6E-C53F-A048-BC0B-93B5DB4E2D6A}" destId="{4CC6C953-3379-A04F-B7C5-0EB3A2943328}" srcOrd="3" destOrd="0" presId="urn:microsoft.com/office/officeart/2008/layout/AlternatingHexagons"/>
    <dgm:cxn modelId="{47B9286E-4A0F-F84C-8EFA-624AFA3583ED}" type="presParOf" srcId="{F5E89D6E-C53F-A048-BC0B-93B5DB4E2D6A}" destId="{28BF58CE-8F84-4845-89BA-F4F08DA9F9B5}" srcOrd="4" destOrd="0" presId="urn:microsoft.com/office/officeart/2008/layout/AlternatingHexagons"/>
    <dgm:cxn modelId="{8F0967FF-718F-884B-9FE6-4089E7B5B2A7}" type="presParOf" srcId="{8E71ABDA-1A5A-D24F-949D-09C886646DF5}" destId="{5F29F90A-B86A-ED48-A2F5-79083C8A554D}" srcOrd="1" destOrd="0" presId="urn:microsoft.com/office/officeart/2008/layout/AlternatingHexagons"/>
    <dgm:cxn modelId="{B7039482-A78D-4142-9773-29B9EAA6D4C1}" type="presParOf" srcId="{8E71ABDA-1A5A-D24F-949D-09C886646DF5}" destId="{B682EE62-E078-424F-A765-953FB53C4952}" srcOrd="2" destOrd="0" presId="urn:microsoft.com/office/officeart/2008/layout/AlternatingHexagons"/>
    <dgm:cxn modelId="{EE91F872-5C71-5845-99CB-AC7C9E1E090D}" type="presParOf" srcId="{B682EE62-E078-424F-A765-953FB53C4952}" destId="{15FD29EE-93ED-7A4F-8A92-C0C2169BE907}" srcOrd="0" destOrd="0" presId="urn:microsoft.com/office/officeart/2008/layout/AlternatingHexagons"/>
    <dgm:cxn modelId="{DB2489FA-A97B-9A4E-8798-5B51D1E800AA}" type="presParOf" srcId="{B682EE62-E078-424F-A765-953FB53C4952}" destId="{0C12EFDD-8AC9-2C41-9B39-BD556B0D54EA}" srcOrd="1" destOrd="0" presId="urn:microsoft.com/office/officeart/2008/layout/AlternatingHexagons"/>
    <dgm:cxn modelId="{73E3D363-33FE-4F4B-A136-5BC15EBAD494}" type="presParOf" srcId="{B682EE62-E078-424F-A765-953FB53C4952}" destId="{8EEC14D3-F821-FE4C-BD1C-5B62BB9B56DB}" srcOrd="2" destOrd="0" presId="urn:microsoft.com/office/officeart/2008/layout/AlternatingHexagons"/>
    <dgm:cxn modelId="{AD60FB3A-7E39-564A-A764-96405DE16B4B}" type="presParOf" srcId="{B682EE62-E078-424F-A765-953FB53C4952}" destId="{CEDBEF14-218E-2249-B70F-7050101CABC6}" srcOrd="3" destOrd="0" presId="urn:microsoft.com/office/officeart/2008/layout/AlternatingHexagons"/>
    <dgm:cxn modelId="{1F2AA275-1B14-804D-8245-905509BD14EF}" type="presParOf" srcId="{B682EE62-E078-424F-A765-953FB53C4952}" destId="{D7EAB223-8C5E-2E4A-B40F-C94634CFF235}" srcOrd="4" destOrd="0" presId="urn:microsoft.com/office/officeart/2008/layout/AlternatingHexagons"/>
    <dgm:cxn modelId="{F7C237A1-8996-494E-A82E-9A52ECC680C0}" type="presParOf" srcId="{8E71ABDA-1A5A-D24F-949D-09C886646DF5}" destId="{18A4B67D-E6A3-5248-8476-52C770628303}" srcOrd="3" destOrd="0" presId="urn:microsoft.com/office/officeart/2008/layout/AlternatingHexagons"/>
    <dgm:cxn modelId="{62DBA243-B619-9A4E-B4CB-22939B31EA72}" type="presParOf" srcId="{8E71ABDA-1A5A-D24F-949D-09C886646DF5}" destId="{66EAFB43-0198-024D-B207-83FD41304EE4}" srcOrd="4" destOrd="0" presId="urn:microsoft.com/office/officeart/2008/layout/AlternatingHexagons"/>
    <dgm:cxn modelId="{075F462F-4D6F-7944-80C8-13ED1D125D7A}" type="presParOf" srcId="{66EAFB43-0198-024D-B207-83FD41304EE4}" destId="{1B2B2334-3C6B-3440-8025-EE58A6886EB1}" srcOrd="0" destOrd="0" presId="urn:microsoft.com/office/officeart/2008/layout/AlternatingHexagons"/>
    <dgm:cxn modelId="{E3D8BE99-2C39-1642-9E57-D99A614114D6}" type="presParOf" srcId="{66EAFB43-0198-024D-B207-83FD41304EE4}" destId="{2B8E3553-8483-4045-B43E-C363634DBA5D}" srcOrd="1" destOrd="0" presId="urn:microsoft.com/office/officeart/2008/layout/AlternatingHexagons"/>
    <dgm:cxn modelId="{6200958B-C8D7-FA49-A309-AC6B41F9054E}" type="presParOf" srcId="{66EAFB43-0198-024D-B207-83FD41304EE4}" destId="{BD48ECF4-81F3-A74B-9B34-64A3CA73F8E4}" srcOrd="2" destOrd="0" presId="urn:microsoft.com/office/officeart/2008/layout/AlternatingHexagons"/>
    <dgm:cxn modelId="{A9AA8E35-4EBE-6844-9250-517767341CC4}" type="presParOf" srcId="{66EAFB43-0198-024D-B207-83FD41304EE4}" destId="{2FE68253-5E06-254D-BE0C-76F209086639}" srcOrd="3" destOrd="0" presId="urn:microsoft.com/office/officeart/2008/layout/AlternatingHexagons"/>
    <dgm:cxn modelId="{F1FAAD0C-236A-6B42-86D1-5222C443D9AC}" type="presParOf" srcId="{66EAFB43-0198-024D-B207-83FD41304EE4}" destId="{BECD9D3F-F4F2-F24B-9C00-F02391CB483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DB6D13-8F01-469D-A9E6-885C3169A3D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B22C12E-5A09-4D38-8CB0-650C68E111FF}">
      <dgm:prSet/>
      <dgm:spPr/>
      <dgm:t>
        <a:bodyPr/>
        <a:lstStyle/>
        <a:p>
          <a:r>
            <a:rPr lang="en-US" dirty="0"/>
            <a:t>In Scope</a:t>
          </a:r>
        </a:p>
      </dgm:t>
    </dgm:pt>
    <dgm:pt modelId="{E46F9FB4-D9BB-4D82-BEA1-71D0A4DB2485}" type="parTrans" cxnId="{C6C3CEB2-A670-4B30-9FB7-1B8547F8358D}">
      <dgm:prSet/>
      <dgm:spPr/>
      <dgm:t>
        <a:bodyPr/>
        <a:lstStyle/>
        <a:p>
          <a:endParaRPr lang="en-US"/>
        </a:p>
      </dgm:t>
    </dgm:pt>
    <dgm:pt modelId="{A1EB192C-2C32-4901-AD4A-148B9A4A9F56}" type="sibTrans" cxnId="{C6C3CEB2-A670-4B30-9FB7-1B8547F8358D}">
      <dgm:prSet/>
      <dgm:spPr/>
      <dgm:t>
        <a:bodyPr/>
        <a:lstStyle/>
        <a:p>
          <a:endParaRPr lang="en-US"/>
        </a:p>
      </dgm:t>
    </dgm:pt>
    <dgm:pt modelId="{8D1E804B-B05B-4C5C-BDB2-9AA345440BA8}">
      <dgm:prSet/>
      <dgm:spPr/>
      <dgm:t>
        <a:bodyPr/>
        <a:lstStyle/>
        <a:p>
          <a:r>
            <a:rPr lang="en-US" dirty="0"/>
            <a:t>Fixed and adaptive traffic light algorithms</a:t>
          </a:r>
        </a:p>
      </dgm:t>
    </dgm:pt>
    <dgm:pt modelId="{43B728FB-D683-493E-A694-01B0E4D11789}" type="parTrans" cxnId="{2B6AEB2D-6E8E-474F-B88E-22A29FF378A7}">
      <dgm:prSet/>
      <dgm:spPr/>
      <dgm:t>
        <a:bodyPr/>
        <a:lstStyle/>
        <a:p>
          <a:endParaRPr lang="en-US"/>
        </a:p>
      </dgm:t>
    </dgm:pt>
    <dgm:pt modelId="{9F85CCF3-06EB-4508-807D-E0371664A712}" type="sibTrans" cxnId="{2B6AEB2D-6E8E-474F-B88E-22A29FF378A7}">
      <dgm:prSet/>
      <dgm:spPr/>
      <dgm:t>
        <a:bodyPr/>
        <a:lstStyle/>
        <a:p>
          <a:endParaRPr lang="en-US"/>
        </a:p>
      </dgm:t>
    </dgm:pt>
    <dgm:pt modelId="{FAE1B35A-6F59-4961-BAED-F2FF9E1C9B77}">
      <dgm:prSet/>
      <dgm:spPr/>
      <dgm:t>
        <a:bodyPr/>
        <a:lstStyle/>
        <a:p>
          <a:r>
            <a:rPr lang="en-US" dirty="0"/>
            <a:t>Metrics comparison</a:t>
          </a:r>
        </a:p>
      </dgm:t>
    </dgm:pt>
    <dgm:pt modelId="{C63DB084-CF37-472B-A236-896584ED83F1}" type="parTrans" cxnId="{DA41BA2B-F873-43BE-8571-03ED0B7C87F7}">
      <dgm:prSet/>
      <dgm:spPr/>
      <dgm:t>
        <a:bodyPr/>
        <a:lstStyle/>
        <a:p>
          <a:endParaRPr lang="en-US"/>
        </a:p>
      </dgm:t>
    </dgm:pt>
    <dgm:pt modelId="{7960B0E4-ABE7-44CF-9BC4-D083C15D72A8}" type="sibTrans" cxnId="{DA41BA2B-F873-43BE-8571-03ED0B7C87F7}">
      <dgm:prSet/>
      <dgm:spPr/>
      <dgm:t>
        <a:bodyPr/>
        <a:lstStyle/>
        <a:p>
          <a:endParaRPr lang="en-US"/>
        </a:p>
      </dgm:t>
    </dgm:pt>
    <dgm:pt modelId="{F1B3FFFE-BF57-42DF-A58F-BAAB7A6EED2D}">
      <dgm:prSet/>
      <dgm:spPr/>
      <dgm:t>
        <a:bodyPr/>
        <a:lstStyle/>
        <a:p>
          <a:r>
            <a:rPr lang="en-US" dirty="0"/>
            <a:t>Out of Scope</a:t>
          </a:r>
        </a:p>
      </dgm:t>
    </dgm:pt>
    <dgm:pt modelId="{9B370564-468C-4FC0-A09F-FC618615D3FE}" type="parTrans" cxnId="{D47E04B8-B98E-48C2-839B-04A7194B7BEC}">
      <dgm:prSet/>
      <dgm:spPr/>
      <dgm:t>
        <a:bodyPr/>
        <a:lstStyle/>
        <a:p>
          <a:endParaRPr lang="en-US"/>
        </a:p>
      </dgm:t>
    </dgm:pt>
    <dgm:pt modelId="{7ED73215-A7D6-492C-A8F7-89AC189074CA}" type="sibTrans" cxnId="{D47E04B8-B98E-48C2-839B-04A7194B7BEC}">
      <dgm:prSet/>
      <dgm:spPr/>
      <dgm:t>
        <a:bodyPr/>
        <a:lstStyle/>
        <a:p>
          <a:endParaRPr lang="en-US"/>
        </a:p>
      </dgm:t>
    </dgm:pt>
    <dgm:pt modelId="{81106857-46D8-4693-BC38-973373D1A664}">
      <dgm:prSet/>
      <dgm:spPr/>
      <dgm:t>
        <a:bodyPr/>
        <a:lstStyle/>
        <a:p>
          <a:r>
            <a:rPr lang="en-US" dirty="0"/>
            <a:t>Pedestrian crossings</a:t>
          </a:r>
        </a:p>
      </dgm:t>
    </dgm:pt>
    <dgm:pt modelId="{1B7888D5-C850-4F59-9F92-3694C0CF5253}" type="parTrans" cxnId="{A6771AEA-B254-438F-B6D8-99708E23E712}">
      <dgm:prSet/>
      <dgm:spPr/>
      <dgm:t>
        <a:bodyPr/>
        <a:lstStyle/>
        <a:p>
          <a:endParaRPr lang="en-US"/>
        </a:p>
      </dgm:t>
    </dgm:pt>
    <dgm:pt modelId="{705B30FD-E6E0-44DD-9B10-4404C881C37C}" type="sibTrans" cxnId="{A6771AEA-B254-438F-B6D8-99708E23E712}">
      <dgm:prSet/>
      <dgm:spPr/>
      <dgm:t>
        <a:bodyPr/>
        <a:lstStyle/>
        <a:p>
          <a:endParaRPr lang="en-US"/>
        </a:p>
      </dgm:t>
    </dgm:pt>
    <dgm:pt modelId="{A1308939-8DC9-4539-95E7-9BBED1B109A5}">
      <dgm:prSet/>
      <dgm:spPr/>
      <dgm:t>
        <a:bodyPr/>
        <a:lstStyle/>
        <a:p>
          <a:r>
            <a:rPr lang="en-US"/>
            <a:t>AI optimization / machine learning for traffic control</a:t>
          </a:r>
        </a:p>
      </dgm:t>
    </dgm:pt>
    <dgm:pt modelId="{7074885E-5F3A-421B-AB5A-EFFF163474A1}" type="parTrans" cxnId="{677B7EE3-3572-478A-A3BA-77D3A4B125BA}">
      <dgm:prSet/>
      <dgm:spPr/>
      <dgm:t>
        <a:bodyPr/>
        <a:lstStyle/>
        <a:p>
          <a:endParaRPr lang="en-US"/>
        </a:p>
      </dgm:t>
    </dgm:pt>
    <dgm:pt modelId="{8C9F7C8E-4771-4017-8075-C14F24F93CC9}" type="sibTrans" cxnId="{677B7EE3-3572-478A-A3BA-77D3A4B125BA}">
      <dgm:prSet/>
      <dgm:spPr/>
      <dgm:t>
        <a:bodyPr/>
        <a:lstStyle/>
        <a:p>
          <a:endParaRPr lang="en-US"/>
        </a:p>
      </dgm:t>
    </dgm:pt>
    <dgm:pt modelId="{ACA4423F-420E-5942-90CF-40B73687D9C3}" type="pres">
      <dgm:prSet presAssocID="{A2DB6D13-8F01-469D-A9E6-885C3169A3D7}" presName="Name0" presStyleCnt="0">
        <dgm:presLayoutVars>
          <dgm:dir/>
          <dgm:animLvl val="lvl"/>
          <dgm:resizeHandles val="exact"/>
        </dgm:presLayoutVars>
      </dgm:prSet>
      <dgm:spPr/>
    </dgm:pt>
    <dgm:pt modelId="{BB8AD22D-3556-5342-BA0E-5E5F3EFFD938}" type="pres">
      <dgm:prSet presAssocID="{EB22C12E-5A09-4D38-8CB0-650C68E111FF}" presName="composite" presStyleCnt="0"/>
      <dgm:spPr/>
    </dgm:pt>
    <dgm:pt modelId="{C669690F-D93F-0B41-B0F5-6D6F506CB013}" type="pres">
      <dgm:prSet presAssocID="{EB22C12E-5A09-4D38-8CB0-650C68E111F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C3526B4-D76A-5F4A-8A82-248F5E489F45}" type="pres">
      <dgm:prSet presAssocID="{EB22C12E-5A09-4D38-8CB0-650C68E111FF}" presName="desTx" presStyleLbl="alignAccFollowNode1" presStyleIdx="0" presStyleCnt="2">
        <dgm:presLayoutVars>
          <dgm:bulletEnabled val="1"/>
        </dgm:presLayoutVars>
      </dgm:prSet>
      <dgm:spPr/>
    </dgm:pt>
    <dgm:pt modelId="{57308148-64A2-FD47-B40F-76B54C5CB2D0}" type="pres">
      <dgm:prSet presAssocID="{A1EB192C-2C32-4901-AD4A-148B9A4A9F56}" presName="space" presStyleCnt="0"/>
      <dgm:spPr/>
    </dgm:pt>
    <dgm:pt modelId="{1A240952-18C2-4247-A216-8183CB24FF40}" type="pres">
      <dgm:prSet presAssocID="{F1B3FFFE-BF57-42DF-A58F-BAAB7A6EED2D}" presName="composite" presStyleCnt="0"/>
      <dgm:spPr/>
    </dgm:pt>
    <dgm:pt modelId="{BA2E3829-4333-604E-B9BB-70EA82AD329D}" type="pres">
      <dgm:prSet presAssocID="{F1B3FFFE-BF57-42DF-A58F-BAAB7A6EED2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64083BC-D91F-FE44-AF52-0D2D0D04D79C}" type="pres">
      <dgm:prSet presAssocID="{F1B3FFFE-BF57-42DF-A58F-BAAB7A6EED2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B4D4C18-9038-4F40-BF82-F2F83AFF3CCD}" type="presOf" srcId="{EB22C12E-5A09-4D38-8CB0-650C68E111FF}" destId="{C669690F-D93F-0B41-B0F5-6D6F506CB013}" srcOrd="0" destOrd="0" presId="urn:microsoft.com/office/officeart/2005/8/layout/hList1"/>
    <dgm:cxn modelId="{DA41BA2B-F873-43BE-8571-03ED0B7C87F7}" srcId="{EB22C12E-5A09-4D38-8CB0-650C68E111FF}" destId="{FAE1B35A-6F59-4961-BAED-F2FF9E1C9B77}" srcOrd="1" destOrd="0" parTransId="{C63DB084-CF37-472B-A236-896584ED83F1}" sibTransId="{7960B0E4-ABE7-44CF-9BC4-D083C15D72A8}"/>
    <dgm:cxn modelId="{35CA722D-9133-B046-B2C8-65BBE8802C84}" type="presOf" srcId="{A1308939-8DC9-4539-95E7-9BBED1B109A5}" destId="{E64083BC-D91F-FE44-AF52-0D2D0D04D79C}" srcOrd="0" destOrd="1" presId="urn:microsoft.com/office/officeart/2005/8/layout/hList1"/>
    <dgm:cxn modelId="{2B6AEB2D-6E8E-474F-B88E-22A29FF378A7}" srcId="{EB22C12E-5A09-4D38-8CB0-650C68E111FF}" destId="{8D1E804B-B05B-4C5C-BDB2-9AA345440BA8}" srcOrd="0" destOrd="0" parTransId="{43B728FB-D683-493E-A694-01B0E4D11789}" sibTransId="{9F85CCF3-06EB-4508-807D-E0371664A712}"/>
    <dgm:cxn modelId="{0182E25A-BECC-8041-B3E5-786D694E9E9B}" type="presOf" srcId="{F1B3FFFE-BF57-42DF-A58F-BAAB7A6EED2D}" destId="{BA2E3829-4333-604E-B9BB-70EA82AD329D}" srcOrd="0" destOrd="0" presId="urn:microsoft.com/office/officeart/2005/8/layout/hList1"/>
    <dgm:cxn modelId="{67BFCA6A-9F1E-4342-8267-5C6C9431535F}" type="presOf" srcId="{81106857-46D8-4693-BC38-973373D1A664}" destId="{E64083BC-D91F-FE44-AF52-0D2D0D04D79C}" srcOrd="0" destOrd="0" presId="urn:microsoft.com/office/officeart/2005/8/layout/hList1"/>
    <dgm:cxn modelId="{B5BCBC95-1CB7-5247-ADE2-F471DF4AB7E4}" type="presOf" srcId="{A2DB6D13-8F01-469D-A9E6-885C3169A3D7}" destId="{ACA4423F-420E-5942-90CF-40B73687D9C3}" srcOrd="0" destOrd="0" presId="urn:microsoft.com/office/officeart/2005/8/layout/hList1"/>
    <dgm:cxn modelId="{C6C3CEB2-A670-4B30-9FB7-1B8547F8358D}" srcId="{A2DB6D13-8F01-469D-A9E6-885C3169A3D7}" destId="{EB22C12E-5A09-4D38-8CB0-650C68E111FF}" srcOrd="0" destOrd="0" parTransId="{E46F9FB4-D9BB-4D82-BEA1-71D0A4DB2485}" sibTransId="{A1EB192C-2C32-4901-AD4A-148B9A4A9F56}"/>
    <dgm:cxn modelId="{D47E04B8-B98E-48C2-839B-04A7194B7BEC}" srcId="{A2DB6D13-8F01-469D-A9E6-885C3169A3D7}" destId="{F1B3FFFE-BF57-42DF-A58F-BAAB7A6EED2D}" srcOrd="1" destOrd="0" parTransId="{9B370564-468C-4FC0-A09F-FC618615D3FE}" sibTransId="{7ED73215-A7D6-492C-A8F7-89AC189074CA}"/>
    <dgm:cxn modelId="{2AA172D7-35D6-0348-B5CC-EF707FA8E40D}" type="presOf" srcId="{FAE1B35A-6F59-4961-BAED-F2FF9E1C9B77}" destId="{7C3526B4-D76A-5F4A-8A82-248F5E489F45}" srcOrd="0" destOrd="1" presId="urn:microsoft.com/office/officeart/2005/8/layout/hList1"/>
    <dgm:cxn modelId="{677B7EE3-3572-478A-A3BA-77D3A4B125BA}" srcId="{F1B3FFFE-BF57-42DF-A58F-BAAB7A6EED2D}" destId="{A1308939-8DC9-4539-95E7-9BBED1B109A5}" srcOrd="1" destOrd="0" parTransId="{7074885E-5F3A-421B-AB5A-EFFF163474A1}" sibTransId="{8C9F7C8E-4771-4017-8075-C14F24F93CC9}"/>
    <dgm:cxn modelId="{A6771AEA-B254-438F-B6D8-99708E23E712}" srcId="{F1B3FFFE-BF57-42DF-A58F-BAAB7A6EED2D}" destId="{81106857-46D8-4693-BC38-973373D1A664}" srcOrd="0" destOrd="0" parTransId="{1B7888D5-C850-4F59-9F92-3694C0CF5253}" sibTransId="{705B30FD-E6E0-44DD-9B10-4404C881C37C}"/>
    <dgm:cxn modelId="{A7E0A2FD-22C1-0748-8D79-EFB2FD361E37}" type="presOf" srcId="{8D1E804B-B05B-4C5C-BDB2-9AA345440BA8}" destId="{7C3526B4-D76A-5F4A-8A82-248F5E489F45}" srcOrd="0" destOrd="0" presId="urn:microsoft.com/office/officeart/2005/8/layout/hList1"/>
    <dgm:cxn modelId="{9A79F0F7-48D9-4A48-BC06-777EB554F506}" type="presParOf" srcId="{ACA4423F-420E-5942-90CF-40B73687D9C3}" destId="{BB8AD22D-3556-5342-BA0E-5E5F3EFFD938}" srcOrd="0" destOrd="0" presId="urn:microsoft.com/office/officeart/2005/8/layout/hList1"/>
    <dgm:cxn modelId="{DC25181C-F7F2-4846-9968-4CAFBA535B97}" type="presParOf" srcId="{BB8AD22D-3556-5342-BA0E-5E5F3EFFD938}" destId="{C669690F-D93F-0B41-B0F5-6D6F506CB013}" srcOrd="0" destOrd="0" presId="urn:microsoft.com/office/officeart/2005/8/layout/hList1"/>
    <dgm:cxn modelId="{5A14382A-B182-9E4B-AC4C-374AF6C3D9D3}" type="presParOf" srcId="{BB8AD22D-3556-5342-BA0E-5E5F3EFFD938}" destId="{7C3526B4-D76A-5F4A-8A82-248F5E489F45}" srcOrd="1" destOrd="0" presId="urn:microsoft.com/office/officeart/2005/8/layout/hList1"/>
    <dgm:cxn modelId="{9966FBD0-BEEB-7C48-8645-E7917C4023CE}" type="presParOf" srcId="{ACA4423F-420E-5942-90CF-40B73687D9C3}" destId="{57308148-64A2-FD47-B40F-76B54C5CB2D0}" srcOrd="1" destOrd="0" presId="urn:microsoft.com/office/officeart/2005/8/layout/hList1"/>
    <dgm:cxn modelId="{2642BF56-D43A-E14A-87D8-A87909DCF585}" type="presParOf" srcId="{ACA4423F-420E-5942-90CF-40B73687D9C3}" destId="{1A240952-18C2-4247-A216-8183CB24FF40}" srcOrd="2" destOrd="0" presId="urn:microsoft.com/office/officeart/2005/8/layout/hList1"/>
    <dgm:cxn modelId="{2CF46AD9-CEA6-DA4E-9DCA-6E3275DEEC37}" type="presParOf" srcId="{1A240952-18C2-4247-A216-8183CB24FF40}" destId="{BA2E3829-4333-604E-B9BB-70EA82AD329D}" srcOrd="0" destOrd="0" presId="urn:microsoft.com/office/officeart/2005/8/layout/hList1"/>
    <dgm:cxn modelId="{51A40ABE-945A-D441-BD36-C0B44B559B0B}" type="presParOf" srcId="{1A240952-18C2-4247-A216-8183CB24FF40}" destId="{E64083BC-D91F-FE44-AF52-0D2D0D04D79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37496C-C4F7-425E-AB28-AA51A3B614C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DAE1CF-AE72-402D-8E5E-22EAA04C115A}">
      <dgm:prSet/>
      <dgm:spPr/>
      <dgm:t>
        <a:bodyPr/>
        <a:lstStyle/>
        <a:p>
          <a:r>
            <a:rPr lang="en-US"/>
            <a:t>Design &amp; Planning</a:t>
          </a:r>
        </a:p>
      </dgm:t>
    </dgm:pt>
    <dgm:pt modelId="{362F7A2F-FE66-4100-AC82-306B43E671AB}" type="parTrans" cxnId="{3E139611-B0E8-417E-9E97-99CF4A4BE366}">
      <dgm:prSet/>
      <dgm:spPr/>
      <dgm:t>
        <a:bodyPr/>
        <a:lstStyle/>
        <a:p>
          <a:endParaRPr lang="en-US"/>
        </a:p>
      </dgm:t>
    </dgm:pt>
    <dgm:pt modelId="{669252EA-D907-4523-BB6B-8B734B9B8E9D}" type="sibTrans" cxnId="{3E139611-B0E8-417E-9E97-99CF4A4BE366}">
      <dgm:prSet/>
      <dgm:spPr/>
      <dgm:t>
        <a:bodyPr/>
        <a:lstStyle/>
        <a:p>
          <a:endParaRPr lang="en-US"/>
        </a:p>
      </dgm:t>
    </dgm:pt>
    <dgm:pt modelId="{3DB7A998-7589-4F54-9415-A367149DDBE6}">
      <dgm:prSet/>
      <dgm:spPr/>
      <dgm:t>
        <a:bodyPr/>
        <a:lstStyle/>
        <a:p>
          <a:r>
            <a:rPr lang="en-US" dirty="0"/>
            <a:t>Define traffic rules, light algorithms</a:t>
          </a:r>
        </a:p>
      </dgm:t>
    </dgm:pt>
    <dgm:pt modelId="{13407F7A-D7ED-4334-AECA-8CEA247F3657}" type="parTrans" cxnId="{E9B27D1A-1BF2-407B-A059-82A8CFE28524}">
      <dgm:prSet/>
      <dgm:spPr/>
      <dgm:t>
        <a:bodyPr/>
        <a:lstStyle/>
        <a:p>
          <a:endParaRPr lang="en-US"/>
        </a:p>
      </dgm:t>
    </dgm:pt>
    <dgm:pt modelId="{EF428652-24AB-4400-870B-8CEFD4A19ABD}" type="sibTrans" cxnId="{E9B27D1A-1BF2-407B-A059-82A8CFE28524}">
      <dgm:prSet/>
      <dgm:spPr/>
      <dgm:t>
        <a:bodyPr/>
        <a:lstStyle/>
        <a:p>
          <a:endParaRPr lang="en-US"/>
        </a:p>
      </dgm:t>
    </dgm:pt>
    <dgm:pt modelId="{ADB43610-8F2A-4580-870B-C8EC678B798F}">
      <dgm:prSet/>
      <dgm:spPr/>
      <dgm:t>
        <a:bodyPr/>
        <a:lstStyle/>
        <a:p>
          <a:r>
            <a:rPr lang="en-US"/>
            <a:t>Prototype Implementation</a:t>
          </a:r>
        </a:p>
      </dgm:t>
    </dgm:pt>
    <dgm:pt modelId="{7E75D0AB-08FD-4C57-9C4B-F21C8D4A2198}" type="parTrans" cxnId="{E33E422A-77CD-4A26-9D2C-6A042664EF28}">
      <dgm:prSet/>
      <dgm:spPr/>
      <dgm:t>
        <a:bodyPr/>
        <a:lstStyle/>
        <a:p>
          <a:endParaRPr lang="en-US"/>
        </a:p>
      </dgm:t>
    </dgm:pt>
    <dgm:pt modelId="{8F99C74D-1C99-424F-A699-09FC8DC2E316}" type="sibTrans" cxnId="{E33E422A-77CD-4A26-9D2C-6A042664EF28}">
      <dgm:prSet/>
      <dgm:spPr/>
      <dgm:t>
        <a:bodyPr/>
        <a:lstStyle/>
        <a:p>
          <a:endParaRPr lang="en-US"/>
        </a:p>
      </dgm:t>
    </dgm:pt>
    <dgm:pt modelId="{E6ED2561-3549-49E8-BF81-2A2893E136E7}">
      <dgm:prSet/>
      <dgm:spPr/>
      <dgm:t>
        <a:bodyPr/>
        <a:lstStyle/>
        <a:p>
          <a:r>
            <a:rPr lang="en-US" dirty="0"/>
            <a:t>Implement vehicle generation and movement</a:t>
          </a:r>
        </a:p>
      </dgm:t>
    </dgm:pt>
    <dgm:pt modelId="{D93C927B-2287-4CFD-98AA-6704D52AF6DF}" type="parTrans" cxnId="{45617467-5E86-4DDF-9FDC-F65EEE7FD8FF}">
      <dgm:prSet/>
      <dgm:spPr/>
      <dgm:t>
        <a:bodyPr/>
        <a:lstStyle/>
        <a:p>
          <a:endParaRPr lang="en-US"/>
        </a:p>
      </dgm:t>
    </dgm:pt>
    <dgm:pt modelId="{9A540652-79C5-4EAA-A889-406961E1D67F}" type="sibTrans" cxnId="{45617467-5E86-4DDF-9FDC-F65EEE7FD8FF}">
      <dgm:prSet/>
      <dgm:spPr/>
      <dgm:t>
        <a:bodyPr/>
        <a:lstStyle/>
        <a:p>
          <a:endParaRPr lang="en-US"/>
        </a:p>
      </dgm:t>
    </dgm:pt>
    <dgm:pt modelId="{C36BC1F6-156A-4FE1-832E-4A599266F799}">
      <dgm:prSet/>
      <dgm:spPr/>
      <dgm:t>
        <a:bodyPr/>
        <a:lstStyle/>
        <a:p>
          <a:r>
            <a:rPr lang="en-US" dirty="0"/>
            <a:t>Implement traffic lights on an intersection</a:t>
          </a:r>
        </a:p>
      </dgm:t>
    </dgm:pt>
    <dgm:pt modelId="{DA2BEAC1-A158-4DA6-95D0-360DD812A689}" type="parTrans" cxnId="{2CFD8A3A-074C-4029-98B8-E097998C1EF1}">
      <dgm:prSet/>
      <dgm:spPr/>
      <dgm:t>
        <a:bodyPr/>
        <a:lstStyle/>
        <a:p>
          <a:endParaRPr lang="en-US"/>
        </a:p>
      </dgm:t>
    </dgm:pt>
    <dgm:pt modelId="{BF4D06C9-045B-47B8-B2A1-D410F63CA219}" type="sibTrans" cxnId="{2CFD8A3A-074C-4029-98B8-E097998C1EF1}">
      <dgm:prSet/>
      <dgm:spPr/>
      <dgm:t>
        <a:bodyPr/>
        <a:lstStyle/>
        <a:p>
          <a:endParaRPr lang="en-US"/>
        </a:p>
      </dgm:t>
    </dgm:pt>
    <dgm:pt modelId="{8AAD713C-0EA2-4E99-9A60-148E279A574F}">
      <dgm:prSet/>
      <dgm:spPr/>
      <dgm:t>
        <a:bodyPr/>
        <a:lstStyle/>
        <a:p>
          <a:r>
            <a:rPr lang="en-US"/>
            <a:t>Analysis &amp; Visualization</a:t>
          </a:r>
        </a:p>
      </dgm:t>
    </dgm:pt>
    <dgm:pt modelId="{81591396-12FA-4521-9D22-0241F157B8BA}" type="parTrans" cxnId="{4DB6947B-6C6E-4F5C-988F-DC8AC6712DF8}">
      <dgm:prSet/>
      <dgm:spPr/>
      <dgm:t>
        <a:bodyPr/>
        <a:lstStyle/>
        <a:p>
          <a:endParaRPr lang="en-US"/>
        </a:p>
      </dgm:t>
    </dgm:pt>
    <dgm:pt modelId="{0B978C40-4EBC-44E7-A130-251BF65B3773}" type="sibTrans" cxnId="{4DB6947B-6C6E-4F5C-988F-DC8AC6712DF8}">
      <dgm:prSet/>
      <dgm:spPr/>
      <dgm:t>
        <a:bodyPr/>
        <a:lstStyle/>
        <a:p>
          <a:endParaRPr lang="en-US"/>
        </a:p>
      </dgm:t>
    </dgm:pt>
    <dgm:pt modelId="{C5486952-5512-4BF3-8A03-08EE4A009CF6}">
      <dgm:prSet/>
      <dgm:spPr/>
      <dgm:t>
        <a:bodyPr/>
        <a:lstStyle/>
        <a:p>
          <a:r>
            <a:rPr lang="en-US" dirty="0"/>
            <a:t>Collect basic metrics</a:t>
          </a:r>
        </a:p>
      </dgm:t>
    </dgm:pt>
    <dgm:pt modelId="{E9E5B34D-FDD4-4DBD-AFEB-8B6CBA10DA0F}" type="parTrans" cxnId="{2261BB91-6940-4465-969C-6BDC2918B5FC}">
      <dgm:prSet/>
      <dgm:spPr/>
      <dgm:t>
        <a:bodyPr/>
        <a:lstStyle/>
        <a:p>
          <a:endParaRPr lang="en-US"/>
        </a:p>
      </dgm:t>
    </dgm:pt>
    <dgm:pt modelId="{809496B8-2A08-4396-9835-40DCF937FFD8}" type="sibTrans" cxnId="{2261BB91-6940-4465-969C-6BDC2918B5FC}">
      <dgm:prSet/>
      <dgm:spPr/>
      <dgm:t>
        <a:bodyPr/>
        <a:lstStyle/>
        <a:p>
          <a:endParaRPr lang="en-US"/>
        </a:p>
      </dgm:t>
    </dgm:pt>
    <dgm:pt modelId="{5C7EDBA2-46F7-4F45-A85E-A22B9758BAF6}">
      <dgm:prSet/>
      <dgm:spPr/>
      <dgm:t>
        <a:bodyPr/>
        <a:lstStyle/>
        <a:p>
          <a:r>
            <a:rPr lang="en-US" dirty="0"/>
            <a:t>Compare fixed vs adaptive results</a:t>
          </a:r>
        </a:p>
      </dgm:t>
    </dgm:pt>
    <dgm:pt modelId="{1D6C5223-C6E2-46D9-9F5B-A0A2F06E4FAA}" type="parTrans" cxnId="{B72B2F41-7D2E-48BB-BA78-B608C826DADE}">
      <dgm:prSet/>
      <dgm:spPr/>
      <dgm:t>
        <a:bodyPr/>
        <a:lstStyle/>
        <a:p>
          <a:endParaRPr lang="en-US"/>
        </a:p>
      </dgm:t>
    </dgm:pt>
    <dgm:pt modelId="{D9720826-34CD-4546-8332-36993C184049}" type="sibTrans" cxnId="{B72B2F41-7D2E-48BB-BA78-B608C826DADE}">
      <dgm:prSet/>
      <dgm:spPr/>
      <dgm:t>
        <a:bodyPr/>
        <a:lstStyle/>
        <a:p>
          <a:endParaRPr lang="en-US"/>
        </a:p>
      </dgm:t>
    </dgm:pt>
    <dgm:pt modelId="{151CA6C7-4C03-264E-BFC1-61DC233673CD}" type="pres">
      <dgm:prSet presAssocID="{F337496C-C4F7-425E-AB28-AA51A3B614C1}" presName="Name0" presStyleCnt="0">
        <dgm:presLayoutVars>
          <dgm:dir/>
          <dgm:animLvl val="lvl"/>
          <dgm:resizeHandles val="exact"/>
        </dgm:presLayoutVars>
      </dgm:prSet>
      <dgm:spPr/>
    </dgm:pt>
    <dgm:pt modelId="{E860F205-A19A-3B48-98F9-A29FF9F838FD}" type="pres">
      <dgm:prSet presAssocID="{CBDAE1CF-AE72-402D-8E5E-22EAA04C115A}" presName="linNode" presStyleCnt="0"/>
      <dgm:spPr/>
    </dgm:pt>
    <dgm:pt modelId="{0E3C8600-FB66-7C41-8487-8E6359236A27}" type="pres">
      <dgm:prSet presAssocID="{CBDAE1CF-AE72-402D-8E5E-22EAA04C115A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92B72DA1-E869-AD46-865A-FC1D46AA8DE7}" type="pres">
      <dgm:prSet presAssocID="{CBDAE1CF-AE72-402D-8E5E-22EAA04C115A}" presName="descendantText" presStyleLbl="alignAccFollowNode1" presStyleIdx="0" presStyleCnt="3">
        <dgm:presLayoutVars>
          <dgm:bulletEnabled/>
        </dgm:presLayoutVars>
      </dgm:prSet>
      <dgm:spPr/>
    </dgm:pt>
    <dgm:pt modelId="{93F4FE92-2D58-5548-A4A2-D4265B89EFCF}" type="pres">
      <dgm:prSet presAssocID="{669252EA-D907-4523-BB6B-8B734B9B8E9D}" presName="sp" presStyleCnt="0"/>
      <dgm:spPr/>
    </dgm:pt>
    <dgm:pt modelId="{1E7023B2-CBCC-1046-9448-B1D6ADB7AF97}" type="pres">
      <dgm:prSet presAssocID="{ADB43610-8F2A-4580-870B-C8EC678B798F}" presName="linNode" presStyleCnt="0"/>
      <dgm:spPr/>
    </dgm:pt>
    <dgm:pt modelId="{7259D963-8E83-9342-BF34-931BD578C89B}" type="pres">
      <dgm:prSet presAssocID="{ADB43610-8F2A-4580-870B-C8EC678B798F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CF0670FF-82FC-814B-BB83-CAEB11C29E60}" type="pres">
      <dgm:prSet presAssocID="{ADB43610-8F2A-4580-870B-C8EC678B798F}" presName="descendantText" presStyleLbl="alignAccFollowNode1" presStyleIdx="1" presStyleCnt="3">
        <dgm:presLayoutVars>
          <dgm:bulletEnabled/>
        </dgm:presLayoutVars>
      </dgm:prSet>
      <dgm:spPr/>
    </dgm:pt>
    <dgm:pt modelId="{15D90AF0-62D6-764B-9613-34902CAE1BFF}" type="pres">
      <dgm:prSet presAssocID="{8F99C74D-1C99-424F-A699-09FC8DC2E316}" presName="sp" presStyleCnt="0"/>
      <dgm:spPr/>
    </dgm:pt>
    <dgm:pt modelId="{99717C24-F7B1-D94F-B39B-AFC85A433752}" type="pres">
      <dgm:prSet presAssocID="{8AAD713C-0EA2-4E99-9A60-148E279A574F}" presName="linNode" presStyleCnt="0"/>
      <dgm:spPr/>
    </dgm:pt>
    <dgm:pt modelId="{B191F220-A0D6-CF42-B26C-1A747FA0DCBD}" type="pres">
      <dgm:prSet presAssocID="{8AAD713C-0EA2-4E99-9A60-148E279A574F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3FA47E3B-899D-684A-89DD-DED37ED032AC}" type="pres">
      <dgm:prSet presAssocID="{8AAD713C-0EA2-4E99-9A60-148E279A574F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3E139611-B0E8-417E-9E97-99CF4A4BE366}" srcId="{F337496C-C4F7-425E-AB28-AA51A3B614C1}" destId="{CBDAE1CF-AE72-402D-8E5E-22EAA04C115A}" srcOrd="0" destOrd="0" parTransId="{362F7A2F-FE66-4100-AC82-306B43E671AB}" sibTransId="{669252EA-D907-4523-BB6B-8B734B9B8E9D}"/>
    <dgm:cxn modelId="{E9B27D1A-1BF2-407B-A059-82A8CFE28524}" srcId="{CBDAE1CF-AE72-402D-8E5E-22EAA04C115A}" destId="{3DB7A998-7589-4F54-9415-A367149DDBE6}" srcOrd="0" destOrd="0" parTransId="{13407F7A-D7ED-4334-AECA-8CEA247F3657}" sibTransId="{EF428652-24AB-4400-870B-8CEFD4A19ABD}"/>
    <dgm:cxn modelId="{F7AAEF25-CF69-D547-A448-1D31B4C84594}" type="presOf" srcId="{3DB7A998-7589-4F54-9415-A367149DDBE6}" destId="{92B72DA1-E869-AD46-865A-FC1D46AA8DE7}" srcOrd="0" destOrd="0" presId="urn:microsoft.com/office/officeart/2016/7/layout/VerticalSolidActionList"/>
    <dgm:cxn modelId="{E33E422A-77CD-4A26-9D2C-6A042664EF28}" srcId="{F337496C-C4F7-425E-AB28-AA51A3B614C1}" destId="{ADB43610-8F2A-4580-870B-C8EC678B798F}" srcOrd="1" destOrd="0" parTransId="{7E75D0AB-08FD-4C57-9C4B-F21C8D4A2198}" sibTransId="{8F99C74D-1C99-424F-A699-09FC8DC2E316}"/>
    <dgm:cxn modelId="{62691131-E49B-0C41-B965-C628A9D42288}" type="presOf" srcId="{5C7EDBA2-46F7-4F45-A85E-A22B9758BAF6}" destId="{3FA47E3B-899D-684A-89DD-DED37ED032AC}" srcOrd="0" destOrd="1" presId="urn:microsoft.com/office/officeart/2016/7/layout/VerticalSolidActionList"/>
    <dgm:cxn modelId="{ED5F8233-E001-3B48-871F-8CB91E8AE2CA}" type="presOf" srcId="{ADB43610-8F2A-4580-870B-C8EC678B798F}" destId="{7259D963-8E83-9342-BF34-931BD578C89B}" srcOrd="0" destOrd="0" presId="urn:microsoft.com/office/officeart/2016/7/layout/VerticalSolidActionList"/>
    <dgm:cxn modelId="{2CFD8A3A-074C-4029-98B8-E097998C1EF1}" srcId="{ADB43610-8F2A-4580-870B-C8EC678B798F}" destId="{C36BC1F6-156A-4FE1-832E-4A599266F799}" srcOrd="1" destOrd="0" parTransId="{DA2BEAC1-A158-4DA6-95D0-360DD812A689}" sibTransId="{BF4D06C9-045B-47B8-B2A1-D410F63CA219}"/>
    <dgm:cxn modelId="{B72B2F41-7D2E-48BB-BA78-B608C826DADE}" srcId="{8AAD713C-0EA2-4E99-9A60-148E279A574F}" destId="{5C7EDBA2-46F7-4F45-A85E-A22B9758BAF6}" srcOrd="1" destOrd="0" parTransId="{1D6C5223-C6E2-46D9-9F5B-A0A2F06E4FAA}" sibTransId="{D9720826-34CD-4546-8332-36993C184049}"/>
    <dgm:cxn modelId="{B56DB25E-05B1-3A4D-A893-AEAC40D879D6}" type="presOf" srcId="{E6ED2561-3549-49E8-BF81-2A2893E136E7}" destId="{CF0670FF-82FC-814B-BB83-CAEB11C29E60}" srcOrd="0" destOrd="0" presId="urn:microsoft.com/office/officeart/2016/7/layout/VerticalSolidActionList"/>
    <dgm:cxn modelId="{45617467-5E86-4DDF-9FDC-F65EEE7FD8FF}" srcId="{ADB43610-8F2A-4580-870B-C8EC678B798F}" destId="{E6ED2561-3549-49E8-BF81-2A2893E136E7}" srcOrd="0" destOrd="0" parTransId="{D93C927B-2287-4CFD-98AA-6704D52AF6DF}" sibTransId="{9A540652-79C5-4EAA-A889-406961E1D67F}"/>
    <dgm:cxn modelId="{2E6BA871-DC52-FD41-93B3-00A29C46F06A}" type="presOf" srcId="{8AAD713C-0EA2-4E99-9A60-148E279A574F}" destId="{B191F220-A0D6-CF42-B26C-1A747FA0DCBD}" srcOrd="0" destOrd="0" presId="urn:microsoft.com/office/officeart/2016/7/layout/VerticalSolidActionList"/>
    <dgm:cxn modelId="{4DB6947B-6C6E-4F5C-988F-DC8AC6712DF8}" srcId="{F337496C-C4F7-425E-AB28-AA51A3B614C1}" destId="{8AAD713C-0EA2-4E99-9A60-148E279A574F}" srcOrd="2" destOrd="0" parTransId="{81591396-12FA-4521-9D22-0241F157B8BA}" sibTransId="{0B978C40-4EBC-44E7-A130-251BF65B3773}"/>
    <dgm:cxn modelId="{5B5D2F8C-9426-EA47-9DC7-F17FC59E334D}" type="presOf" srcId="{C36BC1F6-156A-4FE1-832E-4A599266F799}" destId="{CF0670FF-82FC-814B-BB83-CAEB11C29E60}" srcOrd="0" destOrd="1" presId="urn:microsoft.com/office/officeart/2016/7/layout/VerticalSolidActionList"/>
    <dgm:cxn modelId="{2261BB91-6940-4465-969C-6BDC2918B5FC}" srcId="{8AAD713C-0EA2-4E99-9A60-148E279A574F}" destId="{C5486952-5512-4BF3-8A03-08EE4A009CF6}" srcOrd="0" destOrd="0" parTransId="{E9E5B34D-FDD4-4DBD-AFEB-8B6CBA10DA0F}" sibTransId="{809496B8-2A08-4396-9835-40DCF937FFD8}"/>
    <dgm:cxn modelId="{224928C9-552F-8144-A271-5E1648D4806E}" type="presOf" srcId="{CBDAE1CF-AE72-402D-8E5E-22EAA04C115A}" destId="{0E3C8600-FB66-7C41-8487-8E6359236A27}" srcOrd="0" destOrd="0" presId="urn:microsoft.com/office/officeart/2016/7/layout/VerticalSolidActionList"/>
    <dgm:cxn modelId="{A9C287F1-5B1F-304A-9F38-FC0FD9FB15F8}" type="presOf" srcId="{F337496C-C4F7-425E-AB28-AA51A3B614C1}" destId="{151CA6C7-4C03-264E-BFC1-61DC233673CD}" srcOrd="0" destOrd="0" presId="urn:microsoft.com/office/officeart/2016/7/layout/VerticalSolidActionList"/>
    <dgm:cxn modelId="{BBEAC6F5-7B64-4945-B0B6-C7675B7B4F63}" type="presOf" srcId="{C5486952-5512-4BF3-8A03-08EE4A009CF6}" destId="{3FA47E3B-899D-684A-89DD-DED37ED032AC}" srcOrd="0" destOrd="0" presId="urn:microsoft.com/office/officeart/2016/7/layout/VerticalSolidActionList"/>
    <dgm:cxn modelId="{367E9E34-6677-6D46-869E-FE86C1D20E27}" type="presParOf" srcId="{151CA6C7-4C03-264E-BFC1-61DC233673CD}" destId="{E860F205-A19A-3B48-98F9-A29FF9F838FD}" srcOrd="0" destOrd="0" presId="urn:microsoft.com/office/officeart/2016/7/layout/VerticalSolidActionList"/>
    <dgm:cxn modelId="{60119CF0-71EF-E74F-81A5-78E86168CC52}" type="presParOf" srcId="{E860F205-A19A-3B48-98F9-A29FF9F838FD}" destId="{0E3C8600-FB66-7C41-8487-8E6359236A27}" srcOrd="0" destOrd="0" presId="urn:microsoft.com/office/officeart/2016/7/layout/VerticalSolidActionList"/>
    <dgm:cxn modelId="{93CCBBFB-ED11-C340-993C-0BD99994C7F4}" type="presParOf" srcId="{E860F205-A19A-3B48-98F9-A29FF9F838FD}" destId="{92B72DA1-E869-AD46-865A-FC1D46AA8DE7}" srcOrd="1" destOrd="0" presId="urn:microsoft.com/office/officeart/2016/7/layout/VerticalSolidActionList"/>
    <dgm:cxn modelId="{28A2D907-CE05-B64E-B835-0121047F655D}" type="presParOf" srcId="{151CA6C7-4C03-264E-BFC1-61DC233673CD}" destId="{93F4FE92-2D58-5548-A4A2-D4265B89EFCF}" srcOrd="1" destOrd="0" presId="urn:microsoft.com/office/officeart/2016/7/layout/VerticalSolidActionList"/>
    <dgm:cxn modelId="{33B3EDC9-7459-504F-83FD-308513A6BFB8}" type="presParOf" srcId="{151CA6C7-4C03-264E-BFC1-61DC233673CD}" destId="{1E7023B2-CBCC-1046-9448-B1D6ADB7AF97}" srcOrd="2" destOrd="0" presId="urn:microsoft.com/office/officeart/2016/7/layout/VerticalSolidActionList"/>
    <dgm:cxn modelId="{C3CEA596-71DF-D045-9FF2-DDDDB63AEC92}" type="presParOf" srcId="{1E7023B2-CBCC-1046-9448-B1D6ADB7AF97}" destId="{7259D963-8E83-9342-BF34-931BD578C89B}" srcOrd="0" destOrd="0" presId="urn:microsoft.com/office/officeart/2016/7/layout/VerticalSolidActionList"/>
    <dgm:cxn modelId="{697E6A44-5953-B447-9DD1-E5AD83709136}" type="presParOf" srcId="{1E7023B2-CBCC-1046-9448-B1D6ADB7AF97}" destId="{CF0670FF-82FC-814B-BB83-CAEB11C29E60}" srcOrd="1" destOrd="0" presId="urn:microsoft.com/office/officeart/2016/7/layout/VerticalSolidActionList"/>
    <dgm:cxn modelId="{EB612527-1725-6940-9F05-5AF53F51C2C3}" type="presParOf" srcId="{151CA6C7-4C03-264E-BFC1-61DC233673CD}" destId="{15D90AF0-62D6-764B-9613-34902CAE1BFF}" srcOrd="3" destOrd="0" presId="urn:microsoft.com/office/officeart/2016/7/layout/VerticalSolidActionList"/>
    <dgm:cxn modelId="{351D0853-E9A6-524E-9EFD-3702690ACC48}" type="presParOf" srcId="{151CA6C7-4C03-264E-BFC1-61DC233673CD}" destId="{99717C24-F7B1-D94F-B39B-AFC85A433752}" srcOrd="4" destOrd="0" presId="urn:microsoft.com/office/officeart/2016/7/layout/VerticalSolidActionList"/>
    <dgm:cxn modelId="{51463FA7-55CF-264F-B6B0-1625D1F410BB}" type="presParOf" srcId="{99717C24-F7B1-D94F-B39B-AFC85A433752}" destId="{B191F220-A0D6-CF42-B26C-1A747FA0DCBD}" srcOrd="0" destOrd="0" presId="urn:microsoft.com/office/officeart/2016/7/layout/VerticalSolidActionList"/>
    <dgm:cxn modelId="{27963CFC-E7D3-5144-B42C-BF9DDDA55380}" type="presParOf" srcId="{99717C24-F7B1-D94F-B39B-AFC85A433752}" destId="{3FA47E3B-899D-684A-89DD-DED37ED032A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32165D1-4FF6-4996-8DAA-B8F5B33902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F21788-0AA7-4E25-B7C9-3494EAC7A705}">
      <dgm:prSet/>
      <dgm:spPr/>
      <dgm:t>
        <a:bodyPr/>
        <a:lstStyle/>
        <a:p>
          <a:pPr>
            <a:defRPr b="1"/>
          </a:pPr>
          <a:r>
            <a:rPr lang="en-US" b="0" i="0"/>
            <a:t>Aim</a:t>
          </a:r>
          <a:endParaRPr lang="en-US"/>
        </a:p>
      </dgm:t>
    </dgm:pt>
    <dgm:pt modelId="{64FFA5E4-C561-4F4D-996E-73B65C2102C7}" type="parTrans" cxnId="{D30589BF-79DE-4621-B539-9AC75B31BD80}">
      <dgm:prSet/>
      <dgm:spPr/>
      <dgm:t>
        <a:bodyPr/>
        <a:lstStyle/>
        <a:p>
          <a:endParaRPr lang="en-US"/>
        </a:p>
      </dgm:t>
    </dgm:pt>
    <dgm:pt modelId="{3346D4AC-3F61-4B02-9047-C11ABA470E2D}" type="sibTrans" cxnId="{D30589BF-79DE-4621-B539-9AC75B31BD80}">
      <dgm:prSet/>
      <dgm:spPr/>
      <dgm:t>
        <a:bodyPr/>
        <a:lstStyle/>
        <a:p>
          <a:endParaRPr lang="en-US"/>
        </a:p>
      </dgm:t>
    </dgm:pt>
    <dgm:pt modelId="{66D8FB5B-487E-4DB1-995F-AE90590C26B9}">
      <dgm:prSet/>
      <dgm:spPr/>
      <dgm:t>
        <a:bodyPr/>
        <a:lstStyle/>
        <a:p>
          <a:r>
            <a:rPr lang="en-US" b="0" i="0"/>
            <a:t>Evaluate the efficiency of fixed vs adaptive traffic lights.</a:t>
          </a:r>
          <a:endParaRPr lang="en-US"/>
        </a:p>
      </dgm:t>
    </dgm:pt>
    <dgm:pt modelId="{C245DF21-F701-467F-9D4C-F953860A4EC2}" type="parTrans" cxnId="{91DEA82F-365E-41E9-ADFB-1A003B640C56}">
      <dgm:prSet/>
      <dgm:spPr/>
      <dgm:t>
        <a:bodyPr/>
        <a:lstStyle/>
        <a:p>
          <a:endParaRPr lang="en-US"/>
        </a:p>
      </dgm:t>
    </dgm:pt>
    <dgm:pt modelId="{F189620F-A3D1-4894-87C5-C1B0F91AF779}" type="sibTrans" cxnId="{91DEA82F-365E-41E9-ADFB-1A003B640C56}">
      <dgm:prSet/>
      <dgm:spPr/>
      <dgm:t>
        <a:bodyPr/>
        <a:lstStyle/>
        <a:p>
          <a:endParaRPr lang="en-US"/>
        </a:p>
      </dgm:t>
    </dgm:pt>
    <dgm:pt modelId="{5D5E90A9-4743-4D9F-9140-A2AFFDA500F9}">
      <dgm:prSet/>
      <dgm:spPr/>
      <dgm:t>
        <a:bodyPr/>
        <a:lstStyle/>
        <a:p>
          <a:pPr>
            <a:defRPr b="1"/>
          </a:pPr>
          <a:r>
            <a:rPr lang="en-US" b="0" i="0"/>
            <a:t>Expected outcome</a:t>
          </a:r>
          <a:endParaRPr lang="en-US"/>
        </a:p>
      </dgm:t>
    </dgm:pt>
    <dgm:pt modelId="{159EBC8A-CA08-4A20-91ED-A90F3A11079F}" type="parTrans" cxnId="{D3E1244D-2BEA-495C-8FC8-E866E28C5B84}">
      <dgm:prSet/>
      <dgm:spPr/>
      <dgm:t>
        <a:bodyPr/>
        <a:lstStyle/>
        <a:p>
          <a:endParaRPr lang="en-US"/>
        </a:p>
      </dgm:t>
    </dgm:pt>
    <dgm:pt modelId="{A3ACC22B-6FEA-4873-84F1-02E9A408E728}" type="sibTrans" cxnId="{D3E1244D-2BEA-495C-8FC8-E866E28C5B84}">
      <dgm:prSet/>
      <dgm:spPr/>
      <dgm:t>
        <a:bodyPr/>
        <a:lstStyle/>
        <a:p>
          <a:endParaRPr lang="en-US"/>
        </a:p>
      </dgm:t>
    </dgm:pt>
    <dgm:pt modelId="{B935314F-1585-44DF-B790-B0635FF3BAF0}">
      <dgm:prSet/>
      <dgm:spPr/>
      <dgm:t>
        <a:bodyPr/>
        <a:lstStyle/>
        <a:p>
          <a:r>
            <a:rPr lang="en-US" b="0" i="0"/>
            <a:t>Demonstrate the advantages of adaptive traffic control using simulation.</a:t>
          </a:r>
          <a:endParaRPr lang="en-US"/>
        </a:p>
      </dgm:t>
    </dgm:pt>
    <dgm:pt modelId="{C5EF79F0-F10C-4F86-82DC-BC678C7B6BB9}" type="parTrans" cxnId="{1AAFC359-A213-4031-9307-D51BC3B08CD5}">
      <dgm:prSet/>
      <dgm:spPr/>
      <dgm:t>
        <a:bodyPr/>
        <a:lstStyle/>
        <a:p>
          <a:endParaRPr lang="en-US"/>
        </a:p>
      </dgm:t>
    </dgm:pt>
    <dgm:pt modelId="{E5452F2F-B49B-4B41-8922-28E7176B77CA}" type="sibTrans" cxnId="{1AAFC359-A213-4031-9307-D51BC3B08CD5}">
      <dgm:prSet/>
      <dgm:spPr/>
      <dgm:t>
        <a:bodyPr/>
        <a:lstStyle/>
        <a:p>
          <a:endParaRPr lang="en-US"/>
        </a:p>
      </dgm:t>
    </dgm:pt>
    <dgm:pt modelId="{68209534-AC1A-47D9-8C35-F2417B4B682A}" type="pres">
      <dgm:prSet presAssocID="{532165D1-4FF6-4996-8DAA-B8F5B33902B3}" presName="root" presStyleCnt="0">
        <dgm:presLayoutVars>
          <dgm:dir/>
          <dgm:resizeHandles val="exact"/>
        </dgm:presLayoutVars>
      </dgm:prSet>
      <dgm:spPr/>
    </dgm:pt>
    <dgm:pt modelId="{050F33CA-2E09-4AEA-817D-819C3417D1FF}" type="pres">
      <dgm:prSet presAssocID="{2AF21788-0AA7-4E25-B7C9-3494EAC7A705}" presName="compNode" presStyleCnt="0"/>
      <dgm:spPr/>
    </dgm:pt>
    <dgm:pt modelId="{53847A1C-87EC-470F-9D44-677DF58DBC31}" type="pres">
      <dgm:prSet presAssocID="{2AF21788-0AA7-4E25-B7C9-3494EAC7A7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9362CE-D6A4-42CD-BC82-C35198C7742E}" type="pres">
      <dgm:prSet presAssocID="{2AF21788-0AA7-4E25-B7C9-3494EAC7A705}" presName="iconSpace" presStyleCnt="0"/>
      <dgm:spPr/>
    </dgm:pt>
    <dgm:pt modelId="{136DC2B3-155B-4A0E-AF50-DF74863F8611}" type="pres">
      <dgm:prSet presAssocID="{2AF21788-0AA7-4E25-B7C9-3494EAC7A705}" presName="parTx" presStyleLbl="revTx" presStyleIdx="0" presStyleCnt="4">
        <dgm:presLayoutVars>
          <dgm:chMax val="0"/>
          <dgm:chPref val="0"/>
        </dgm:presLayoutVars>
      </dgm:prSet>
      <dgm:spPr/>
    </dgm:pt>
    <dgm:pt modelId="{BECE72EC-8921-4153-B6EA-1448A2143A09}" type="pres">
      <dgm:prSet presAssocID="{2AF21788-0AA7-4E25-B7C9-3494EAC7A705}" presName="txSpace" presStyleCnt="0"/>
      <dgm:spPr/>
    </dgm:pt>
    <dgm:pt modelId="{157D0B72-30D2-4F21-8AD9-BF069AF42157}" type="pres">
      <dgm:prSet presAssocID="{2AF21788-0AA7-4E25-B7C9-3494EAC7A705}" presName="desTx" presStyleLbl="revTx" presStyleIdx="1" presStyleCnt="4">
        <dgm:presLayoutVars/>
      </dgm:prSet>
      <dgm:spPr/>
    </dgm:pt>
    <dgm:pt modelId="{E7A16BF3-F52A-42D5-8CF1-D7BF0F535930}" type="pres">
      <dgm:prSet presAssocID="{3346D4AC-3F61-4B02-9047-C11ABA470E2D}" presName="sibTrans" presStyleCnt="0"/>
      <dgm:spPr/>
    </dgm:pt>
    <dgm:pt modelId="{E673F27C-3ADF-4379-A732-672E4EE5D377}" type="pres">
      <dgm:prSet presAssocID="{5D5E90A9-4743-4D9F-9140-A2AFFDA500F9}" presName="compNode" presStyleCnt="0"/>
      <dgm:spPr/>
    </dgm:pt>
    <dgm:pt modelId="{4BE00918-1D65-4EBE-A3D2-E97C7F369007}" type="pres">
      <dgm:prSet presAssocID="{5D5E90A9-4743-4D9F-9140-A2AFFDA500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EB5923B4-A016-49F7-A5BF-30609AFCBA5E}" type="pres">
      <dgm:prSet presAssocID="{5D5E90A9-4743-4D9F-9140-A2AFFDA500F9}" presName="iconSpace" presStyleCnt="0"/>
      <dgm:spPr/>
    </dgm:pt>
    <dgm:pt modelId="{1823FE23-7BF3-4C93-98C2-90C9534FE934}" type="pres">
      <dgm:prSet presAssocID="{5D5E90A9-4743-4D9F-9140-A2AFFDA500F9}" presName="parTx" presStyleLbl="revTx" presStyleIdx="2" presStyleCnt="4">
        <dgm:presLayoutVars>
          <dgm:chMax val="0"/>
          <dgm:chPref val="0"/>
        </dgm:presLayoutVars>
      </dgm:prSet>
      <dgm:spPr/>
    </dgm:pt>
    <dgm:pt modelId="{EAB0DE97-CA49-4526-87DA-09A0F522DFA5}" type="pres">
      <dgm:prSet presAssocID="{5D5E90A9-4743-4D9F-9140-A2AFFDA500F9}" presName="txSpace" presStyleCnt="0"/>
      <dgm:spPr/>
    </dgm:pt>
    <dgm:pt modelId="{F0417592-59AE-4AE9-9E6E-1D668DB61A0D}" type="pres">
      <dgm:prSet presAssocID="{5D5E90A9-4743-4D9F-9140-A2AFFDA500F9}" presName="desTx" presStyleLbl="revTx" presStyleIdx="3" presStyleCnt="4">
        <dgm:presLayoutVars/>
      </dgm:prSet>
      <dgm:spPr/>
    </dgm:pt>
  </dgm:ptLst>
  <dgm:cxnLst>
    <dgm:cxn modelId="{91DEA82F-365E-41E9-ADFB-1A003B640C56}" srcId="{2AF21788-0AA7-4E25-B7C9-3494EAC7A705}" destId="{66D8FB5B-487E-4DB1-995F-AE90590C26B9}" srcOrd="0" destOrd="0" parTransId="{C245DF21-F701-467F-9D4C-F953860A4EC2}" sibTransId="{F189620F-A3D1-4894-87C5-C1B0F91AF779}"/>
    <dgm:cxn modelId="{3EF3963F-AF78-4C92-A59D-6DA416312841}" type="presOf" srcId="{B935314F-1585-44DF-B790-B0635FF3BAF0}" destId="{F0417592-59AE-4AE9-9E6E-1D668DB61A0D}" srcOrd="0" destOrd="0" presId="urn:microsoft.com/office/officeart/2018/5/layout/CenteredIconLabelDescriptionList"/>
    <dgm:cxn modelId="{D3E1244D-2BEA-495C-8FC8-E866E28C5B84}" srcId="{532165D1-4FF6-4996-8DAA-B8F5B33902B3}" destId="{5D5E90A9-4743-4D9F-9140-A2AFFDA500F9}" srcOrd="1" destOrd="0" parTransId="{159EBC8A-CA08-4A20-91ED-A90F3A11079F}" sibTransId="{A3ACC22B-6FEA-4873-84F1-02E9A408E728}"/>
    <dgm:cxn modelId="{1AAFC359-A213-4031-9307-D51BC3B08CD5}" srcId="{5D5E90A9-4743-4D9F-9140-A2AFFDA500F9}" destId="{B935314F-1585-44DF-B790-B0635FF3BAF0}" srcOrd="0" destOrd="0" parTransId="{C5EF79F0-F10C-4F86-82DC-BC678C7B6BB9}" sibTransId="{E5452F2F-B49B-4B41-8922-28E7176B77CA}"/>
    <dgm:cxn modelId="{76CF0775-F24C-4DCC-8A8F-A15E76F54C87}" type="presOf" srcId="{66D8FB5B-487E-4DB1-995F-AE90590C26B9}" destId="{157D0B72-30D2-4F21-8AD9-BF069AF42157}" srcOrd="0" destOrd="0" presId="urn:microsoft.com/office/officeart/2018/5/layout/CenteredIconLabelDescriptionList"/>
    <dgm:cxn modelId="{6578CC78-4EFB-4E40-BCE4-FBAA7642446D}" type="presOf" srcId="{5D5E90A9-4743-4D9F-9140-A2AFFDA500F9}" destId="{1823FE23-7BF3-4C93-98C2-90C9534FE934}" srcOrd="0" destOrd="0" presId="urn:microsoft.com/office/officeart/2018/5/layout/CenteredIconLabelDescriptionList"/>
    <dgm:cxn modelId="{85376992-1D4D-468C-BFA2-5A2B7B8A5A2C}" type="presOf" srcId="{2AF21788-0AA7-4E25-B7C9-3494EAC7A705}" destId="{136DC2B3-155B-4A0E-AF50-DF74863F8611}" srcOrd="0" destOrd="0" presId="urn:microsoft.com/office/officeart/2018/5/layout/CenteredIconLabelDescriptionList"/>
    <dgm:cxn modelId="{D30589BF-79DE-4621-B539-9AC75B31BD80}" srcId="{532165D1-4FF6-4996-8DAA-B8F5B33902B3}" destId="{2AF21788-0AA7-4E25-B7C9-3494EAC7A705}" srcOrd="0" destOrd="0" parTransId="{64FFA5E4-C561-4F4D-996E-73B65C2102C7}" sibTransId="{3346D4AC-3F61-4B02-9047-C11ABA470E2D}"/>
    <dgm:cxn modelId="{229DB8F3-6875-4ED2-B1B2-F47B748BD303}" type="presOf" srcId="{532165D1-4FF6-4996-8DAA-B8F5B33902B3}" destId="{68209534-AC1A-47D9-8C35-F2417B4B682A}" srcOrd="0" destOrd="0" presId="urn:microsoft.com/office/officeart/2018/5/layout/CenteredIconLabelDescriptionList"/>
    <dgm:cxn modelId="{B8E779CE-EA33-488D-BD93-F4396E794CBD}" type="presParOf" srcId="{68209534-AC1A-47D9-8C35-F2417B4B682A}" destId="{050F33CA-2E09-4AEA-817D-819C3417D1FF}" srcOrd="0" destOrd="0" presId="urn:microsoft.com/office/officeart/2018/5/layout/CenteredIconLabelDescriptionList"/>
    <dgm:cxn modelId="{14160E5A-3079-4F09-9857-A82A519E10E0}" type="presParOf" srcId="{050F33CA-2E09-4AEA-817D-819C3417D1FF}" destId="{53847A1C-87EC-470F-9D44-677DF58DBC31}" srcOrd="0" destOrd="0" presId="urn:microsoft.com/office/officeart/2018/5/layout/CenteredIconLabelDescriptionList"/>
    <dgm:cxn modelId="{751D79CD-3071-426B-887D-039DB3E095F3}" type="presParOf" srcId="{050F33CA-2E09-4AEA-817D-819C3417D1FF}" destId="{CD9362CE-D6A4-42CD-BC82-C35198C7742E}" srcOrd="1" destOrd="0" presId="urn:microsoft.com/office/officeart/2018/5/layout/CenteredIconLabelDescriptionList"/>
    <dgm:cxn modelId="{0488203F-6476-4289-8530-186AF21920B9}" type="presParOf" srcId="{050F33CA-2E09-4AEA-817D-819C3417D1FF}" destId="{136DC2B3-155B-4A0E-AF50-DF74863F8611}" srcOrd="2" destOrd="0" presId="urn:microsoft.com/office/officeart/2018/5/layout/CenteredIconLabelDescriptionList"/>
    <dgm:cxn modelId="{131BDB2C-14D6-4CCD-926D-FF8F4345D6F2}" type="presParOf" srcId="{050F33CA-2E09-4AEA-817D-819C3417D1FF}" destId="{BECE72EC-8921-4153-B6EA-1448A2143A09}" srcOrd="3" destOrd="0" presId="urn:microsoft.com/office/officeart/2018/5/layout/CenteredIconLabelDescriptionList"/>
    <dgm:cxn modelId="{F1C285A9-317D-42A5-88FB-25551B322D05}" type="presParOf" srcId="{050F33CA-2E09-4AEA-817D-819C3417D1FF}" destId="{157D0B72-30D2-4F21-8AD9-BF069AF42157}" srcOrd="4" destOrd="0" presId="urn:microsoft.com/office/officeart/2018/5/layout/CenteredIconLabelDescriptionList"/>
    <dgm:cxn modelId="{7ED3F735-71DC-4CD3-AAC4-BA3BF9123C9B}" type="presParOf" srcId="{68209534-AC1A-47D9-8C35-F2417B4B682A}" destId="{E7A16BF3-F52A-42D5-8CF1-D7BF0F535930}" srcOrd="1" destOrd="0" presId="urn:microsoft.com/office/officeart/2018/5/layout/CenteredIconLabelDescriptionList"/>
    <dgm:cxn modelId="{CCFBC67D-8423-42D7-AA43-9135452EFE8C}" type="presParOf" srcId="{68209534-AC1A-47D9-8C35-F2417B4B682A}" destId="{E673F27C-3ADF-4379-A732-672E4EE5D377}" srcOrd="2" destOrd="0" presId="urn:microsoft.com/office/officeart/2018/5/layout/CenteredIconLabelDescriptionList"/>
    <dgm:cxn modelId="{18EC3825-73B6-4F15-85BD-491DDDD26F90}" type="presParOf" srcId="{E673F27C-3ADF-4379-A732-672E4EE5D377}" destId="{4BE00918-1D65-4EBE-A3D2-E97C7F369007}" srcOrd="0" destOrd="0" presId="urn:microsoft.com/office/officeart/2018/5/layout/CenteredIconLabelDescriptionList"/>
    <dgm:cxn modelId="{F46CD956-79B2-47B1-9763-BE4D3BA2672E}" type="presParOf" srcId="{E673F27C-3ADF-4379-A732-672E4EE5D377}" destId="{EB5923B4-A016-49F7-A5BF-30609AFCBA5E}" srcOrd="1" destOrd="0" presId="urn:microsoft.com/office/officeart/2018/5/layout/CenteredIconLabelDescriptionList"/>
    <dgm:cxn modelId="{D72BF847-1337-4044-BF5D-712636E8DBC0}" type="presParOf" srcId="{E673F27C-3ADF-4379-A732-672E4EE5D377}" destId="{1823FE23-7BF3-4C93-98C2-90C9534FE934}" srcOrd="2" destOrd="0" presId="urn:microsoft.com/office/officeart/2018/5/layout/CenteredIconLabelDescriptionList"/>
    <dgm:cxn modelId="{7EE1BFDA-3AAF-4A70-A3E5-E6D7EEC151B4}" type="presParOf" srcId="{E673F27C-3ADF-4379-A732-672E4EE5D377}" destId="{EAB0DE97-CA49-4526-87DA-09A0F522DFA5}" srcOrd="3" destOrd="0" presId="urn:microsoft.com/office/officeart/2018/5/layout/CenteredIconLabelDescriptionList"/>
    <dgm:cxn modelId="{2D183224-7985-47AE-808D-C6333D9E8D62}" type="presParOf" srcId="{E673F27C-3ADF-4379-A732-672E4EE5D377}" destId="{F0417592-59AE-4AE9-9E6E-1D668DB61A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CB8A2-CE03-4F4E-9905-A04A8F97EDA9}">
      <dsp:nvSpPr>
        <dsp:cNvPr id="0" name=""/>
        <dsp:cNvSpPr/>
      </dsp:nvSpPr>
      <dsp:spPr>
        <a:xfrm>
          <a:off x="0" y="1232840"/>
          <a:ext cx="8946541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28BA0-FFE3-5446-A78D-294E1D22F740}">
      <dsp:nvSpPr>
        <dsp:cNvPr id="0" name=""/>
        <dsp:cNvSpPr/>
      </dsp:nvSpPr>
      <dsp:spPr>
        <a:xfrm>
          <a:off x="447327" y="775280"/>
          <a:ext cx="6262578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11" tIns="0" rIns="236711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Muhammad Salman Ali Malik</a:t>
          </a:r>
          <a:endParaRPr lang="en-US" sz="3100" kern="1200"/>
        </a:p>
      </dsp:txBody>
      <dsp:txXfrm>
        <a:off x="491999" y="819952"/>
        <a:ext cx="6173234" cy="825776"/>
      </dsp:txXfrm>
    </dsp:sp>
    <dsp:sp modelId="{02EA65B1-618F-6E4D-94EC-A94DBE4769C4}">
      <dsp:nvSpPr>
        <dsp:cNvPr id="0" name=""/>
        <dsp:cNvSpPr/>
      </dsp:nvSpPr>
      <dsp:spPr>
        <a:xfrm>
          <a:off x="0" y="2639000"/>
          <a:ext cx="8946541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049AC-1A4C-7D43-9504-A0B105E3FDA7}">
      <dsp:nvSpPr>
        <dsp:cNvPr id="0" name=""/>
        <dsp:cNvSpPr/>
      </dsp:nvSpPr>
      <dsp:spPr>
        <a:xfrm>
          <a:off x="447327" y="2181440"/>
          <a:ext cx="6262578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11" tIns="0" rIns="236711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Muhammad Mujtaba</a:t>
          </a:r>
          <a:endParaRPr lang="en-US" sz="3100" kern="1200"/>
        </a:p>
      </dsp:txBody>
      <dsp:txXfrm>
        <a:off x="491999" y="2226112"/>
        <a:ext cx="6173234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0C21-592A-4E80-B334-96F4A4F043D7}">
      <dsp:nvSpPr>
        <dsp:cNvPr id="0" name=""/>
        <dsp:cNvSpPr/>
      </dsp:nvSpPr>
      <dsp:spPr>
        <a:xfrm>
          <a:off x="749684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5FAF0-C991-475E-B644-5288B66C214A}">
      <dsp:nvSpPr>
        <dsp:cNvPr id="0" name=""/>
        <dsp:cNvSpPr/>
      </dsp:nvSpPr>
      <dsp:spPr>
        <a:xfrm>
          <a:off x="749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i="0" kern="1200"/>
            <a:t>Traffic congestion at intersections is a common issue in urban areas.</a:t>
          </a:r>
          <a:endParaRPr lang="en-US" sz="1700" kern="1200"/>
        </a:p>
      </dsp:txBody>
      <dsp:txXfrm>
        <a:off x="749684" y="1807122"/>
        <a:ext cx="4320000" cy="648000"/>
      </dsp:txXfrm>
    </dsp:sp>
    <dsp:sp modelId="{8C68359C-2B8F-45F6-BDA7-AD4B42182C1C}">
      <dsp:nvSpPr>
        <dsp:cNvPr id="0" name=""/>
        <dsp:cNvSpPr/>
      </dsp:nvSpPr>
      <dsp:spPr>
        <a:xfrm>
          <a:off x="749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ED4ED-F053-4649-8125-3C576E94CCB5}">
      <dsp:nvSpPr>
        <dsp:cNvPr id="0" name=""/>
        <dsp:cNvSpPr/>
      </dsp:nvSpPr>
      <dsp:spPr>
        <a:xfrm>
          <a:off x="5825684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C1631-AFEA-4879-B3B1-C3541D65172A}">
      <dsp:nvSpPr>
        <dsp:cNvPr id="0" name=""/>
        <dsp:cNvSpPr/>
      </dsp:nvSpPr>
      <dsp:spPr>
        <a:xfrm>
          <a:off x="5825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i="0" kern="1200"/>
            <a:t>Fixed-timed traffic lights often fail to efficiently handle varying traffic volumes.</a:t>
          </a:r>
          <a:endParaRPr lang="en-US" sz="1700" kern="1200"/>
        </a:p>
      </dsp:txBody>
      <dsp:txXfrm>
        <a:off x="5825684" y="1807122"/>
        <a:ext cx="4320000" cy="648000"/>
      </dsp:txXfrm>
    </dsp:sp>
    <dsp:sp modelId="{B82F89AB-209D-4663-96BB-30A1BAB4C0BB}">
      <dsp:nvSpPr>
        <dsp:cNvPr id="0" name=""/>
        <dsp:cNvSpPr/>
      </dsp:nvSpPr>
      <dsp:spPr>
        <a:xfrm>
          <a:off x="5825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CAC86-705B-A44E-B55D-E9C42424BCF4}">
      <dsp:nvSpPr>
        <dsp:cNvPr id="0" name=""/>
        <dsp:cNvSpPr/>
      </dsp:nvSpPr>
      <dsp:spPr>
        <a:xfrm>
          <a:off x="1147" y="0"/>
          <a:ext cx="4477169" cy="40467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058" tIns="330200" rIns="34905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adaptive traffic lights reduce waiting times and improve traffic flow?</a:t>
          </a:r>
        </a:p>
      </dsp:txBody>
      <dsp:txXfrm>
        <a:off x="1147" y="1537748"/>
        <a:ext cx="4477169" cy="2428023"/>
      </dsp:txXfrm>
    </dsp:sp>
    <dsp:sp modelId="{04C05CA5-3344-7748-9715-49C6DABF2130}">
      <dsp:nvSpPr>
        <dsp:cNvPr id="0" name=""/>
        <dsp:cNvSpPr/>
      </dsp:nvSpPr>
      <dsp:spPr>
        <a:xfrm>
          <a:off x="1632726" y="404670"/>
          <a:ext cx="1214011" cy="12140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649" tIns="12700" rIns="94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810514" y="582458"/>
        <a:ext cx="858435" cy="858435"/>
      </dsp:txXfrm>
    </dsp:sp>
    <dsp:sp modelId="{E6C9CAAF-4028-0643-B200-02398F067546}">
      <dsp:nvSpPr>
        <dsp:cNvPr id="0" name=""/>
        <dsp:cNvSpPr/>
      </dsp:nvSpPr>
      <dsp:spPr>
        <a:xfrm>
          <a:off x="1147" y="4046634"/>
          <a:ext cx="447716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ED8EE-979A-C045-B1D6-7F3E9383D038}">
      <dsp:nvSpPr>
        <dsp:cNvPr id="0" name=""/>
        <dsp:cNvSpPr/>
      </dsp:nvSpPr>
      <dsp:spPr>
        <a:xfrm>
          <a:off x="4926034" y="0"/>
          <a:ext cx="4477169" cy="40467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058" tIns="330200" rIns="34905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do fixed-time lights compare to adaptive lights under different traffic conditions?</a:t>
          </a:r>
        </a:p>
      </dsp:txBody>
      <dsp:txXfrm>
        <a:off x="4926034" y="1537748"/>
        <a:ext cx="4477169" cy="2428023"/>
      </dsp:txXfrm>
    </dsp:sp>
    <dsp:sp modelId="{6624D986-36C9-274A-8382-D6C945132D1A}">
      <dsp:nvSpPr>
        <dsp:cNvPr id="0" name=""/>
        <dsp:cNvSpPr/>
      </dsp:nvSpPr>
      <dsp:spPr>
        <a:xfrm>
          <a:off x="6557613" y="404670"/>
          <a:ext cx="1214011" cy="12140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649" tIns="12700" rIns="94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6735401" y="582458"/>
        <a:ext cx="858435" cy="858435"/>
      </dsp:txXfrm>
    </dsp:sp>
    <dsp:sp modelId="{A62BA79C-8B6C-3E49-B00A-31B84FD2F22B}">
      <dsp:nvSpPr>
        <dsp:cNvPr id="0" name=""/>
        <dsp:cNvSpPr/>
      </dsp:nvSpPr>
      <dsp:spPr>
        <a:xfrm>
          <a:off x="4926034" y="4046634"/>
          <a:ext cx="447716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2F4FA-F59A-44CD-A866-289D72935E54}">
      <dsp:nvSpPr>
        <dsp:cNvPr id="0" name=""/>
        <dsp:cNvSpPr/>
      </dsp:nvSpPr>
      <dsp:spPr>
        <a:xfrm>
          <a:off x="0" y="742950"/>
          <a:ext cx="6496050" cy="13716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93E52-1D3D-4F69-B19A-98EBB79A1BD8}">
      <dsp:nvSpPr>
        <dsp:cNvPr id="0" name=""/>
        <dsp:cNvSpPr/>
      </dsp:nvSpPr>
      <dsp:spPr>
        <a:xfrm>
          <a:off x="414909" y="1051560"/>
          <a:ext cx="754380" cy="7543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35E94-1B09-4AE0-ADB6-16F212AE3EEF}">
      <dsp:nvSpPr>
        <dsp:cNvPr id="0" name=""/>
        <dsp:cNvSpPr/>
      </dsp:nvSpPr>
      <dsp:spPr>
        <a:xfrm>
          <a:off x="1584198" y="742950"/>
          <a:ext cx="292322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Develop a traffic intersection simulation to compare traffic flow under</a:t>
          </a:r>
          <a:endParaRPr lang="en-US" sz="1900" kern="1200" dirty="0"/>
        </a:p>
      </dsp:txBody>
      <dsp:txXfrm>
        <a:off x="1584198" y="742950"/>
        <a:ext cx="2923222" cy="1371600"/>
      </dsp:txXfrm>
    </dsp:sp>
    <dsp:sp modelId="{A5EA6CA0-AAA0-4705-9A6A-FB43C3C2208D}">
      <dsp:nvSpPr>
        <dsp:cNvPr id="0" name=""/>
        <dsp:cNvSpPr/>
      </dsp:nvSpPr>
      <dsp:spPr>
        <a:xfrm>
          <a:off x="4507420" y="742950"/>
          <a:ext cx="1988629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Fixed-interval traffic lights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Adaptive traffic lights </a:t>
          </a:r>
          <a:endParaRPr lang="en-US" sz="1400" kern="1200"/>
        </a:p>
      </dsp:txBody>
      <dsp:txXfrm>
        <a:off x="4507420" y="742950"/>
        <a:ext cx="1988629" cy="1371600"/>
      </dsp:txXfrm>
    </dsp:sp>
    <dsp:sp modelId="{240B8FEF-2CAB-44F6-80C5-895E2CAB50AF}">
      <dsp:nvSpPr>
        <dsp:cNvPr id="0" name=""/>
        <dsp:cNvSpPr/>
      </dsp:nvSpPr>
      <dsp:spPr>
        <a:xfrm>
          <a:off x="0" y="2457450"/>
          <a:ext cx="6496050" cy="1371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4154F-ADBF-41DD-8BE3-B0A13D2538AC}">
      <dsp:nvSpPr>
        <dsp:cNvPr id="0" name=""/>
        <dsp:cNvSpPr/>
      </dsp:nvSpPr>
      <dsp:spPr>
        <a:xfrm>
          <a:off x="414909" y="2766060"/>
          <a:ext cx="754380" cy="7543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F7701-CE70-441B-9D4D-E6C0FA9FB381}">
      <dsp:nvSpPr>
        <dsp:cNvPr id="0" name=""/>
        <dsp:cNvSpPr/>
      </dsp:nvSpPr>
      <dsp:spPr>
        <a:xfrm>
          <a:off x="1584198" y="2457450"/>
          <a:ext cx="2923222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Measure and analyze metrics like</a:t>
          </a:r>
          <a:endParaRPr lang="en-US" sz="1900" kern="1200" dirty="0"/>
        </a:p>
      </dsp:txBody>
      <dsp:txXfrm>
        <a:off x="1584198" y="2457450"/>
        <a:ext cx="2923222" cy="1371600"/>
      </dsp:txXfrm>
    </dsp:sp>
    <dsp:sp modelId="{7A38A738-D482-4C89-8D29-A3339231F185}">
      <dsp:nvSpPr>
        <dsp:cNvPr id="0" name=""/>
        <dsp:cNvSpPr/>
      </dsp:nvSpPr>
      <dsp:spPr>
        <a:xfrm>
          <a:off x="4507420" y="2457450"/>
          <a:ext cx="1988629" cy="137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61" tIns="145161" rIns="145161" bIns="14516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Average waiting time per vehicle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Queue lengths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Throughput</a:t>
          </a:r>
          <a:endParaRPr lang="en-US" sz="1400" kern="1200"/>
        </a:p>
      </dsp:txBody>
      <dsp:txXfrm>
        <a:off x="4507420" y="2457450"/>
        <a:ext cx="1988629" cy="1371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39696-EA3D-4223-94FB-09D5A21B47A4}">
      <dsp:nvSpPr>
        <dsp:cNvPr id="0" name=""/>
        <dsp:cNvSpPr/>
      </dsp:nvSpPr>
      <dsp:spPr>
        <a:xfrm>
          <a:off x="0" y="1981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B3612-2C46-4419-A85C-9790CD0A9BE4}">
      <dsp:nvSpPr>
        <dsp:cNvPr id="0" name=""/>
        <dsp:cNvSpPr/>
      </dsp:nvSpPr>
      <dsp:spPr>
        <a:xfrm>
          <a:off x="303751" y="227912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E61D5-D2D5-4698-B0F1-2282B5F5CE56}">
      <dsp:nvSpPr>
        <dsp:cNvPr id="0" name=""/>
        <dsp:cNvSpPr/>
      </dsp:nvSpPr>
      <dsp:spPr>
        <a:xfrm>
          <a:off x="1159778" y="1981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Simulation to test the viability of the Theory</a:t>
          </a:r>
          <a:endParaRPr lang="en-US" sz="2200" kern="1200"/>
        </a:p>
      </dsp:txBody>
      <dsp:txXfrm>
        <a:off x="1159778" y="1981"/>
        <a:ext cx="4455208" cy="1004136"/>
      </dsp:txXfrm>
    </dsp:sp>
    <dsp:sp modelId="{C23A5063-BF92-46E4-A3F7-C286574CD32B}">
      <dsp:nvSpPr>
        <dsp:cNvPr id="0" name=""/>
        <dsp:cNvSpPr/>
      </dsp:nvSpPr>
      <dsp:spPr>
        <a:xfrm>
          <a:off x="0" y="1257152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4DF46-7114-4834-BE9F-E49CED992A10}">
      <dsp:nvSpPr>
        <dsp:cNvPr id="0" name=""/>
        <dsp:cNvSpPr/>
      </dsp:nvSpPr>
      <dsp:spPr>
        <a:xfrm>
          <a:off x="303751" y="1483083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A01EE-09AF-448A-A391-3D25F840743E}">
      <dsp:nvSpPr>
        <dsp:cNvPr id="0" name=""/>
        <dsp:cNvSpPr/>
      </dsp:nvSpPr>
      <dsp:spPr>
        <a:xfrm>
          <a:off x="1159778" y="1257152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Fixed-time vs adaptive</a:t>
          </a:r>
          <a:endParaRPr lang="en-US" sz="2200" kern="1200"/>
        </a:p>
      </dsp:txBody>
      <dsp:txXfrm>
        <a:off x="1159778" y="1257152"/>
        <a:ext cx="4455208" cy="1004136"/>
      </dsp:txXfrm>
    </dsp:sp>
    <dsp:sp modelId="{4B0F8939-D25D-4A23-92E4-37CA70419D31}">
      <dsp:nvSpPr>
        <dsp:cNvPr id="0" name=""/>
        <dsp:cNvSpPr/>
      </dsp:nvSpPr>
      <dsp:spPr>
        <a:xfrm>
          <a:off x="0" y="2512323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33448-17FD-45A0-9BD1-A88AEA39EC05}">
      <dsp:nvSpPr>
        <dsp:cNvPr id="0" name=""/>
        <dsp:cNvSpPr/>
      </dsp:nvSpPr>
      <dsp:spPr>
        <a:xfrm>
          <a:off x="303751" y="2738254"/>
          <a:ext cx="552275" cy="5522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3CC8D-D91C-4DB5-9F71-4ACAF7F95917}">
      <dsp:nvSpPr>
        <dsp:cNvPr id="0" name=""/>
        <dsp:cNvSpPr/>
      </dsp:nvSpPr>
      <dsp:spPr>
        <a:xfrm>
          <a:off x="1159778" y="2512323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Measure Waiting time, idle time for each car</a:t>
          </a:r>
          <a:endParaRPr lang="en-US" sz="2200" kern="1200"/>
        </a:p>
      </dsp:txBody>
      <dsp:txXfrm>
        <a:off x="1159778" y="2512323"/>
        <a:ext cx="4455208" cy="1004136"/>
      </dsp:txXfrm>
    </dsp:sp>
    <dsp:sp modelId="{ADFB8619-2BE9-4206-983C-8BB1B18B2E4E}">
      <dsp:nvSpPr>
        <dsp:cNvPr id="0" name=""/>
        <dsp:cNvSpPr/>
      </dsp:nvSpPr>
      <dsp:spPr>
        <a:xfrm>
          <a:off x="0" y="3767494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8F499-304E-4AC5-9756-25B70110F2B4}">
      <dsp:nvSpPr>
        <dsp:cNvPr id="0" name=""/>
        <dsp:cNvSpPr/>
      </dsp:nvSpPr>
      <dsp:spPr>
        <a:xfrm>
          <a:off x="303751" y="3993425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20F79-6C2B-481D-8C39-C8786CAE5E77}">
      <dsp:nvSpPr>
        <dsp:cNvPr id="0" name=""/>
        <dsp:cNvSpPr/>
      </dsp:nvSpPr>
      <dsp:spPr>
        <a:xfrm>
          <a:off x="1159778" y="3767494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Measure Intersection Throughput, Queue Length</a:t>
          </a:r>
          <a:endParaRPr lang="en-US" sz="2200" kern="1200"/>
        </a:p>
      </dsp:txBody>
      <dsp:txXfrm>
        <a:off x="1159778" y="3767494"/>
        <a:ext cx="4455208" cy="10041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0F37-9E9E-8D4B-8F30-54C21DE320A0}">
      <dsp:nvSpPr>
        <dsp:cNvPr id="0" name=""/>
        <dsp:cNvSpPr/>
      </dsp:nvSpPr>
      <dsp:spPr>
        <a:xfrm rot="5400000">
          <a:off x="4042682" y="103722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C++</a:t>
          </a:r>
        </a:p>
      </dsp:txBody>
      <dsp:txXfrm rot="-5400000">
        <a:off x="4354240" y="244816"/>
        <a:ext cx="930208" cy="1069204"/>
      </dsp:txXfrm>
    </dsp:sp>
    <dsp:sp modelId="{7EA54EED-8C04-6A43-9495-8B90F70E9731}">
      <dsp:nvSpPr>
        <dsp:cNvPr id="0" name=""/>
        <dsp:cNvSpPr/>
      </dsp:nvSpPr>
      <dsp:spPr>
        <a:xfrm>
          <a:off x="5536049" y="313421"/>
          <a:ext cx="173351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BF58CE-8F84-4845-89BA-F4F08DA9F9B5}">
      <dsp:nvSpPr>
        <dsp:cNvPr id="0" name=""/>
        <dsp:cNvSpPr/>
      </dsp:nvSpPr>
      <dsp:spPr>
        <a:xfrm rot="5400000">
          <a:off x="2583178" y="103722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4736" y="244816"/>
        <a:ext cx="930208" cy="1069204"/>
      </dsp:txXfrm>
    </dsp:sp>
    <dsp:sp modelId="{15FD29EE-93ED-7A4F-8A92-C0C2169BE907}">
      <dsp:nvSpPr>
        <dsp:cNvPr id="0" name=""/>
        <dsp:cNvSpPr/>
      </dsp:nvSpPr>
      <dsp:spPr>
        <a:xfrm rot="5400000">
          <a:off x="3310134" y="1422184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GUI</a:t>
          </a:r>
        </a:p>
      </dsp:txBody>
      <dsp:txXfrm rot="-5400000">
        <a:off x="3621692" y="1563278"/>
        <a:ext cx="930208" cy="1069204"/>
      </dsp:txXfrm>
    </dsp:sp>
    <dsp:sp modelId="{0C12EFDD-8AC9-2C41-9B39-BD556B0D54EA}">
      <dsp:nvSpPr>
        <dsp:cNvPr id="0" name=""/>
        <dsp:cNvSpPr/>
      </dsp:nvSpPr>
      <dsp:spPr>
        <a:xfrm>
          <a:off x="1677590" y="1631883"/>
          <a:ext cx="167759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AB223-8C5E-2E4A-B40F-C94634CFF235}">
      <dsp:nvSpPr>
        <dsp:cNvPr id="0" name=""/>
        <dsp:cNvSpPr/>
      </dsp:nvSpPr>
      <dsp:spPr>
        <a:xfrm rot="5400000">
          <a:off x="4769638" y="1422184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5081196" y="1563278"/>
        <a:ext cx="930208" cy="1069204"/>
      </dsp:txXfrm>
    </dsp:sp>
    <dsp:sp modelId="{1B2B2334-3C6B-3440-8025-EE58A6886EB1}">
      <dsp:nvSpPr>
        <dsp:cNvPr id="0" name=""/>
        <dsp:cNvSpPr/>
      </dsp:nvSpPr>
      <dsp:spPr>
        <a:xfrm rot="5400000">
          <a:off x="4042682" y="2740646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Modular Design</a:t>
          </a:r>
        </a:p>
      </dsp:txBody>
      <dsp:txXfrm rot="-5400000">
        <a:off x="4354240" y="2881740"/>
        <a:ext cx="930208" cy="1069204"/>
      </dsp:txXfrm>
    </dsp:sp>
    <dsp:sp modelId="{2B8E3553-8483-4045-B43E-C363634DBA5D}">
      <dsp:nvSpPr>
        <dsp:cNvPr id="0" name=""/>
        <dsp:cNvSpPr/>
      </dsp:nvSpPr>
      <dsp:spPr>
        <a:xfrm>
          <a:off x="5536049" y="2950345"/>
          <a:ext cx="173351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D9D3F-F4F2-F24B-9C00-F02391CB483B}">
      <dsp:nvSpPr>
        <dsp:cNvPr id="0" name=""/>
        <dsp:cNvSpPr/>
      </dsp:nvSpPr>
      <dsp:spPr>
        <a:xfrm rot="5400000">
          <a:off x="2583178" y="2740646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4736" y="2881740"/>
        <a:ext cx="930208" cy="10692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9690F-D93F-0B41-B0F5-6D6F506CB013}">
      <dsp:nvSpPr>
        <dsp:cNvPr id="0" name=""/>
        <dsp:cNvSpPr/>
      </dsp:nvSpPr>
      <dsp:spPr>
        <a:xfrm>
          <a:off x="45" y="121439"/>
          <a:ext cx="4394514" cy="950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In Scope</a:t>
          </a:r>
        </a:p>
      </dsp:txBody>
      <dsp:txXfrm>
        <a:off x="45" y="121439"/>
        <a:ext cx="4394514" cy="950400"/>
      </dsp:txXfrm>
    </dsp:sp>
    <dsp:sp modelId="{7C3526B4-D76A-5F4A-8A82-248F5E489F45}">
      <dsp:nvSpPr>
        <dsp:cNvPr id="0" name=""/>
        <dsp:cNvSpPr/>
      </dsp:nvSpPr>
      <dsp:spPr>
        <a:xfrm>
          <a:off x="45" y="1071839"/>
          <a:ext cx="4394514" cy="285342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Fixed and adaptive traffic light algorithms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Metrics comparison</a:t>
          </a:r>
        </a:p>
      </dsp:txBody>
      <dsp:txXfrm>
        <a:off x="45" y="1071839"/>
        <a:ext cx="4394514" cy="2853427"/>
      </dsp:txXfrm>
    </dsp:sp>
    <dsp:sp modelId="{BA2E3829-4333-604E-B9BB-70EA82AD329D}">
      <dsp:nvSpPr>
        <dsp:cNvPr id="0" name=""/>
        <dsp:cNvSpPr/>
      </dsp:nvSpPr>
      <dsp:spPr>
        <a:xfrm>
          <a:off x="5009791" y="121439"/>
          <a:ext cx="4394514" cy="950400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Out of Scope</a:t>
          </a:r>
        </a:p>
      </dsp:txBody>
      <dsp:txXfrm>
        <a:off x="5009791" y="121439"/>
        <a:ext cx="4394514" cy="950400"/>
      </dsp:txXfrm>
    </dsp:sp>
    <dsp:sp modelId="{E64083BC-D91F-FE44-AF52-0D2D0D04D79C}">
      <dsp:nvSpPr>
        <dsp:cNvPr id="0" name=""/>
        <dsp:cNvSpPr/>
      </dsp:nvSpPr>
      <dsp:spPr>
        <a:xfrm>
          <a:off x="5009791" y="1071839"/>
          <a:ext cx="4394514" cy="2853427"/>
        </a:xfrm>
        <a:prstGeom prst="rect">
          <a:avLst/>
        </a:prstGeom>
        <a:solidFill>
          <a:schemeClr val="accent5">
            <a:tint val="40000"/>
            <a:alpha val="90000"/>
            <a:hueOff val="6029011"/>
            <a:satOff val="58"/>
            <a:lumOff val="46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6029011"/>
              <a:satOff val="58"/>
              <a:lumOff val="4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Pedestrian crossings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AI optimization / machine learning for traffic control</a:t>
          </a:r>
        </a:p>
      </dsp:txBody>
      <dsp:txXfrm>
        <a:off x="5009791" y="1071839"/>
        <a:ext cx="4394514" cy="28534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72DA1-E869-AD46-865A-FC1D46AA8DE7}">
      <dsp:nvSpPr>
        <dsp:cNvPr id="0" name=""/>
        <dsp:cNvSpPr/>
      </dsp:nvSpPr>
      <dsp:spPr>
        <a:xfrm>
          <a:off x="1880870" y="1264"/>
          <a:ext cx="7523481" cy="12962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Define traffic rules, light algorithms</a:t>
          </a:r>
        </a:p>
      </dsp:txBody>
      <dsp:txXfrm>
        <a:off x="1880870" y="1264"/>
        <a:ext cx="7523481" cy="1296210"/>
      </dsp:txXfrm>
    </dsp:sp>
    <dsp:sp modelId="{0E3C8600-FB66-7C41-8487-8E6359236A27}">
      <dsp:nvSpPr>
        <dsp:cNvPr id="0" name=""/>
        <dsp:cNvSpPr/>
      </dsp:nvSpPr>
      <dsp:spPr>
        <a:xfrm>
          <a:off x="0" y="1264"/>
          <a:ext cx="1880870" cy="12962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 &amp; Planning</a:t>
          </a:r>
        </a:p>
      </dsp:txBody>
      <dsp:txXfrm>
        <a:off x="0" y="1264"/>
        <a:ext cx="1880870" cy="1296210"/>
      </dsp:txXfrm>
    </dsp:sp>
    <dsp:sp modelId="{CF0670FF-82FC-814B-BB83-CAEB11C29E60}">
      <dsp:nvSpPr>
        <dsp:cNvPr id="0" name=""/>
        <dsp:cNvSpPr/>
      </dsp:nvSpPr>
      <dsp:spPr>
        <a:xfrm>
          <a:off x="1880870" y="1375247"/>
          <a:ext cx="7523481" cy="129621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Implement vehicle generation and movement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Implement traffic lights on an intersection</a:t>
          </a:r>
        </a:p>
      </dsp:txBody>
      <dsp:txXfrm>
        <a:off x="1880870" y="1375247"/>
        <a:ext cx="7523481" cy="1296210"/>
      </dsp:txXfrm>
    </dsp:sp>
    <dsp:sp modelId="{7259D963-8E83-9342-BF34-931BD578C89B}">
      <dsp:nvSpPr>
        <dsp:cNvPr id="0" name=""/>
        <dsp:cNvSpPr/>
      </dsp:nvSpPr>
      <dsp:spPr>
        <a:xfrm>
          <a:off x="0" y="1375247"/>
          <a:ext cx="1880870" cy="129621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Prototype Implementation</a:t>
          </a:r>
        </a:p>
      </dsp:txBody>
      <dsp:txXfrm>
        <a:off x="0" y="1375247"/>
        <a:ext cx="1880870" cy="1296210"/>
      </dsp:txXfrm>
    </dsp:sp>
    <dsp:sp modelId="{3FA47E3B-899D-684A-89DD-DED37ED032AC}">
      <dsp:nvSpPr>
        <dsp:cNvPr id="0" name=""/>
        <dsp:cNvSpPr/>
      </dsp:nvSpPr>
      <dsp:spPr>
        <a:xfrm>
          <a:off x="1880870" y="2749230"/>
          <a:ext cx="7523481" cy="129621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Collect basic metrics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Compare fixed vs adaptive results</a:t>
          </a:r>
        </a:p>
      </dsp:txBody>
      <dsp:txXfrm>
        <a:off x="1880870" y="2749230"/>
        <a:ext cx="7523481" cy="1296210"/>
      </dsp:txXfrm>
    </dsp:sp>
    <dsp:sp modelId="{B191F220-A0D6-CF42-B26C-1A747FA0DCBD}">
      <dsp:nvSpPr>
        <dsp:cNvPr id="0" name=""/>
        <dsp:cNvSpPr/>
      </dsp:nvSpPr>
      <dsp:spPr>
        <a:xfrm>
          <a:off x="0" y="2749230"/>
          <a:ext cx="1880870" cy="1296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Analysis &amp; Visualization</a:t>
          </a:r>
        </a:p>
      </dsp:txBody>
      <dsp:txXfrm>
        <a:off x="0" y="2749230"/>
        <a:ext cx="1880870" cy="12962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47A1C-87EC-470F-9D44-677DF58DBC31}">
      <dsp:nvSpPr>
        <dsp:cNvPr id="0" name=""/>
        <dsp:cNvSpPr/>
      </dsp:nvSpPr>
      <dsp:spPr>
        <a:xfrm>
          <a:off x="2153684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DC2B3-155B-4A0E-AF50-DF74863F8611}">
      <dsp:nvSpPr>
        <dsp:cNvPr id="0" name=""/>
        <dsp:cNvSpPr/>
      </dsp:nvSpPr>
      <dsp:spPr>
        <a:xfrm>
          <a:off x="749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/>
            <a:t>Aim</a:t>
          </a:r>
          <a:endParaRPr lang="en-US" sz="3600" kern="1200"/>
        </a:p>
      </dsp:txBody>
      <dsp:txXfrm>
        <a:off x="749684" y="1807122"/>
        <a:ext cx="4320000" cy="648000"/>
      </dsp:txXfrm>
    </dsp:sp>
    <dsp:sp modelId="{157D0B72-30D2-4F21-8AD9-BF069AF42157}">
      <dsp:nvSpPr>
        <dsp:cNvPr id="0" name=""/>
        <dsp:cNvSpPr/>
      </dsp:nvSpPr>
      <dsp:spPr>
        <a:xfrm>
          <a:off x="749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Evaluate the efficiency of fixed vs adaptive traffic lights.</a:t>
          </a:r>
          <a:endParaRPr lang="en-US" sz="1700" kern="1200"/>
        </a:p>
      </dsp:txBody>
      <dsp:txXfrm>
        <a:off x="749684" y="2516698"/>
        <a:ext cx="4320000" cy="724844"/>
      </dsp:txXfrm>
    </dsp:sp>
    <dsp:sp modelId="{4BE00918-1D65-4EBE-A3D2-E97C7F369007}">
      <dsp:nvSpPr>
        <dsp:cNvPr id="0" name=""/>
        <dsp:cNvSpPr/>
      </dsp:nvSpPr>
      <dsp:spPr>
        <a:xfrm>
          <a:off x="7229685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3FE23-7BF3-4C93-98C2-90C9534FE934}">
      <dsp:nvSpPr>
        <dsp:cNvPr id="0" name=""/>
        <dsp:cNvSpPr/>
      </dsp:nvSpPr>
      <dsp:spPr>
        <a:xfrm>
          <a:off x="5825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/>
            <a:t>Expected outcome</a:t>
          </a:r>
          <a:endParaRPr lang="en-US" sz="3600" kern="1200"/>
        </a:p>
      </dsp:txBody>
      <dsp:txXfrm>
        <a:off x="5825684" y="1807122"/>
        <a:ext cx="4320000" cy="648000"/>
      </dsp:txXfrm>
    </dsp:sp>
    <dsp:sp modelId="{F0417592-59AE-4AE9-9E6E-1D668DB61A0D}">
      <dsp:nvSpPr>
        <dsp:cNvPr id="0" name=""/>
        <dsp:cNvSpPr/>
      </dsp:nvSpPr>
      <dsp:spPr>
        <a:xfrm>
          <a:off x="5825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Demonstrate the advantages of adaptive traffic control using simulation.</a:t>
          </a:r>
          <a:endParaRPr lang="en-US" sz="1700" kern="1200"/>
        </a:p>
      </dsp:txBody>
      <dsp:txXfrm>
        <a:off x="5825684" y="2516698"/>
        <a:ext cx="4320000" cy="724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1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6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1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4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6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4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8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1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89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88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60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88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7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DAACB2-52C1-0C4A-8F48-50DD6BC8A3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2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image" Target="../media/image2.png"/><Relationship Id="rId7" Type="http://schemas.openxmlformats.org/officeDocument/2006/relationships/diagramData" Target="../diagrams/data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microsoft.com/office/2007/relationships/diagramDrawing" Target="../diagrams/drawing8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8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" name="Picture 67" descr="Greenlight on traffic light">
            <a:extLst>
              <a:ext uri="{FF2B5EF4-FFF2-40B4-BE49-F238E27FC236}">
                <a16:creationId xmlns:a16="http://schemas.microsoft.com/office/drawing/2014/main" id="{FC39A030-B205-1211-5030-F2702A4CE9F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6313EA-CEEC-329F-3C7C-5F06E070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200"/>
              <a:t>Smart Traffic Intersection Simulation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1CCAC1-FFB6-47CB-36E1-E6123C93D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Comparing Adaptive Signals to Fixed Time Traffic Lights 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3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9BDD7C-5068-8829-BCE8-5678D4E8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20BD7CFE-CDF0-6775-ADB1-D632C0154B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891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C71E4-6B23-BE96-AEF1-9C244A35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Problem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598CE8-2061-1E0E-B68A-1C857563D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945082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310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6750-B440-596E-75BD-32673DCD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Key questions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32DB9BD-5E1A-7D0B-4C39-3C89ECE95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822598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612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704F9-DCC2-85EC-7133-666E8D00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Proposed Solution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4EAAB3-81C6-3944-7ED6-CD561ADA8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718885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22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F2F47-BBA5-CDC6-6A7D-7C8CED04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Key Features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79D781-F4E0-22D6-3405-781E9DEA3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456423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061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C624-E32A-96D0-D740-51EB840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8"/>
            <a:ext cx="9404350" cy="1400175"/>
          </a:xfrm>
        </p:spPr>
        <p:txBody>
          <a:bodyPr>
            <a:normAutofit/>
          </a:bodyPr>
          <a:lstStyle/>
          <a:p>
            <a:r>
              <a:rPr lang="en-US" dirty="0"/>
              <a:t>Tentative Technical Requirements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34FC025-A57B-BC20-9086-7FF26624E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184371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009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1F03-9D13-353E-88FC-A1EE619E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Scope of the Project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23D5C-51F7-2722-EA76-1DCF5F33A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972395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928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320AF-2852-F48A-14BF-DC586799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Development Milestones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5BAB6F4-7F83-4E5B-AB2F-9295AA1A689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73739771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4162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FFE42-53FE-9955-39AB-76CEDEA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3048FBD-F32F-6C2D-8F0D-8367ECB0B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36711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4235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8468AEF-7E6B-6FB6-58B5-8BA644BA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Have a nice day</a:t>
            </a:r>
          </a:p>
        </p:txBody>
      </p:sp>
    </p:spTree>
    <p:extLst>
      <p:ext uri="{BB962C8B-B14F-4D97-AF65-F5344CB8AC3E}">
        <p14:creationId xmlns:p14="http://schemas.microsoft.com/office/powerpoint/2010/main" val="2675205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229</Words>
  <Application>Microsoft Macintosh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Smart Traffic Intersection Simulation</vt:lpstr>
      <vt:lpstr>Team</vt:lpstr>
      <vt:lpstr>The Problem</vt:lpstr>
      <vt:lpstr>Key questions</vt:lpstr>
      <vt:lpstr>Proposed Solution</vt:lpstr>
      <vt:lpstr>Key Features</vt:lpstr>
      <vt:lpstr>Tentative Technical Requirements</vt:lpstr>
      <vt:lpstr>Scope of the Project</vt:lpstr>
      <vt:lpstr>Development Milestones</vt:lpstr>
      <vt:lpstr>Conclusion</vt:lpstr>
      <vt:lpstr>Have a nice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1</cp:revision>
  <dcterms:created xsi:type="dcterms:W3CDTF">2025-12-08T18:23:18Z</dcterms:created>
  <dcterms:modified xsi:type="dcterms:W3CDTF">2025-12-08T19:10:24Z</dcterms:modified>
</cp:coreProperties>
</file>